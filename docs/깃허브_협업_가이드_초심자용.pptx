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C1447475-2AC0-41DC-A21D-80C34413DD4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257300" cy="57150"/>
          </a:xfrm>
          <a:prstGeom prst="rect">
            <a:avLst/>
          </a:prstGeom>
          <a:solidFill>
            <a:srgbClr val="3FB95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8C406F-8F5E-4542-B269-59871774CFFA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66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F0F6FC"/>
                </a:solidFill>
              </a:defRPr>
            </a:pPr>
            <a:r>
              <a:rPr sz="4500" b="1">
                <a:solidFill>
                  <a:srgbClr val="F0F6FC"/>
                </a:solidFill>
              </a:rPr>
              <a:t>깃허브 협업 가이드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DAB747-E579-42D2-BA73-70D3E1E41FB1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8B949E"/>
                </a:solidFill>
              </a:defRPr>
            </a:pPr>
            <a:r>
              <a:rPr sz="1875" b="0">
                <a:solidFill>
                  <a:srgbClr val="8B949E"/>
                </a:solidFill>
              </a:rPr>
              <a:t>초심자를 위한 팀 프로젝트 작업 흐름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61F88D-9900-4E6A-AD49-1F56B16F99CD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5334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0F6FC"/>
                </a:solidFill>
              </a:defRPr>
            </a:pPr>
            <a:r>
              <a:rPr sz="2550" b="1">
                <a:solidFill>
                  <a:srgbClr val="F0F6FC"/>
                </a:solidFill>
              </a:rPr>
              <a:t>develop은 모두의 기준선,</a:t>
            </a:r>
          </a:p>
          <a:p>
            <a:pPr algn="l">
              <a:defRPr sz="2550" b="1">
                <a:solidFill>
                  <a:srgbClr val="F0F6FC"/>
                </a:solidFill>
              </a:defRPr>
            </a:pPr>
            <a:r>
              <a:rPr sz="2550" b="1">
                <a:solidFill>
                  <a:srgbClr val="F0F6FC"/>
                </a:solidFill>
              </a:rPr>
              <a:t>내 작업은 내 branch에서,</a:t>
            </a:r>
          </a:p>
          <a:p>
            <a:pPr algn="l">
              <a:defRPr sz="2550" b="1">
                <a:solidFill>
                  <a:srgbClr val="F0F6FC"/>
                </a:solidFill>
              </a:defRPr>
            </a:pPr>
            <a:r>
              <a:rPr sz="2550" b="1">
                <a:solidFill>
                  <a:srgbClr val="F0F6FC"/>
                </a:solidFill>
              </a:rPr>
              <a:t>합치기는 PR로.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1E1969C-44ED-4315-86A0-BA6A533CA091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1123950" cy="3429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5E6078-1E8E-4278-A68C-1032436CD1F3}"/>
              </a:ext>
            </a:extLst>
          </p:cNvPr>
          <p:cNvSpPr>
            <a:spLocks noGrp="1"/>
          </p:cNvSpPr>
          <p:nvPr/>
        </p:nvSpPr>
        <p:spPr>
          <a:xfrm>
            <a:off x="857250" y="48863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8A6FF"/>
                </a:solidFill>
              </a:defRPr>
            </a:pPr>
            <a:r>
              <a:rPr sz="1200" b="1">
                <a:solidFill>
                  <a:srgbClr val="58A6FF"/>
                </a:solidFill>
              </a:rPr>
              <a:t>branch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EB3917D-9786-4986-9554-0F0BF9667FD3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123950" cy="3429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254CB7-237E-4AC4-8EE1-6A68FECAEC97}"/>
              </a:ext>
            </a:extLst>
          </p:cNvPr>
          <p:cNvSpPr>
            <a:spLocks noGrp="1"/>
          </p:cNvSpPr>
          <p:nvPr/>
        </p:nvSpPr>
        <p:spPr>
          <a:xfrm>
            <a:off x="2133600" y="48863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FB950"/>
                </a:solidFill>
              </a:defRPr>
            </a:pPr>
            <a:r>
              <a:rPr sz="1200" b="1">
                <a:solidFill>
                  <a:srgbClr val="3FB950"/>
                </a:solidFill>
              </a:rPr>
              <a:t>commit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7FC114A-9EE6-4566-BF25-483E145C0811}"/>
              </a:ext>
            </a:extLst>
          </p:cNvPr>
          <p:cNvSpPr>
            <a:spLocks noGrp="1"/>
          </p:cNvSpPr>
          <p:nvPr/>
        </p:nvSpPr>
        <p:spPr>
          <a:xfrm>
            <a:off x="3276600" y="4819650"/>
            <a:ext cx="895350" cy="3429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FD6AA3-B59D-4B07-B46D-C2239C5472CF}"/>
              </a:ext>
            </a:extLst>
          </p:cNvPr>
          <p:cNvSpPr>
            <a:spLocks noGrp="1"/>
          </p:cNvSpPr>
          <p:nvPr/>
        </p:nvSpPr>
        <p:spPr>
          <a:xfrm>
            <a:off x="3409950" y="4886325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D29922"/>
                </a:solidFill>
              </a:defRPr>
            </a:pPr>
            <a:r>
              <a:rPr sz="1200" b="1">
                <a:solidFill>
                  <a:srgbClr val="D29922"/>
                </a:solidFill>
              </a:rPr>
              <a:t>push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935796E-FC4B-438F-83F9-AF3336F1FDD6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704850" cy="3429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30ECBC-2101-4EF6-9B3C-6A604053B5A0}"/>
              </a:ext>
            </a:extLst>
          </p:cNvPr>
          <p:cNvSpPr>
            <a:spLocks noGrp="1"/>
          </p:cNvSpPr>
          <p:nvPr/>
        </p:nvSpPr>
        <p:spPr>
          <a:xfrm>
            <a:off x="4457700" y="488632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1E5FF"/>
                </a:solidFill>
              </a:defRPr>
            </a:pPr>
            <a:r>
              <a:rPr sz="1200" b="1">
                <a:solidFill>
                  <a:srgbClr val="F1E5FF"/>
                </a:solidFill>
              </a:rPr>
              <a:t>PR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78A9CB1-BD55-426E-973E-ECBA514FF01F}"/>
              </a:ext>
            </a:extLst>
          </p:cNvPr>
          <p:cNvSpPr>
            <a:spLocks noGrp="1"/>
          </p:cNvSpPr>
          <p:nvPr/>
        </p:nvSpPr>
        <p:spPr>
          <a:xfrm>
            <a:off x="6705600" y="1009650"/>
            <a:ext cx="4514850" cy="371475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7FE7F1-6171-4C12-9330-2E9FD571998A}"/>
              </a:ext>
            </a:extLst>
          </p:cNvPr>
          <p:cNvSpPr>
            <a:spLocks noGrp="1"/>
          </p:cNvSpPr>
          <p:nvPr/>
        </p:nvSpPr>
        <p:spPr>
          <a:xfrm>
            <a:off x="6705600" y="1009650"/>
            <a:ext cx="4514850" cy="495300"/>
          </a:xfrm>
          <a:prstGeom prst="rect">
            <a:avLst/>
          </a:prstGeom>
          <a:solidFill>
            <a:srgbClr val="21262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AEB19EC-CB54-4C05-957E-9FD8510FE564}"/>
              </a:ext>
            </a:extLst>
          </p:cNvPr>
          <p:cNvSpPr>
            <a:spLocks noGrp="1"/>
          </p:cNvSpPr>
          <p:nvPr/>
        </p:nvSpPr>
        <p:spPr>
          <a:xfrm>
            <a:off x="6934200" y="1181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143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FDCD813-0D78-4C24-912B-B0C605743B99}"/>
              </a:ext>
            </a:extLst>
          </p:cNvPr>
          <p:cNvSpPr>
            <a:spLocks noGrp="1"/>
          </p:cNvSpPr>
          <p:nvPr/>
        </p:nvSpPr>
        <p:spPr>
          <a:xfrm>
            <a:off x="7124700" y="1181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E751D69-1B8C-46F9-B109-21AF368A8BF1}"/>
              </a:ext>
            </a:extLst>
          </p:cNvPr>
          <p:cNvSpPr>
            <a:spLocks noGrp="1"/>
          </p:cNvSpPr>
          <p:nvPr/>
        </p:nvSpPr>
        <p:spPr>
          <a:xfrm>
            <a:off x="7315200" y="1181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1F5E28-1A10-49BA-A50B-35B512C17708}"/>
              </a:ext>
            </a:extLst>
          </p:cNvPr>
          <p:cNvSpPr>
            <a:spLocks noGrp="1"/>
          </p:cNvSpPr>
          <p:nvPr/>
        </p:nvSpPr>
        <p:spPr>
          <a:xfrm>
            <a:off x="7639050" y="11525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0F6FC"/>
                </a:solidFill>
              </a:defRPr>
            </a:pPr>
            <a:r>
              <a:rPr sz="1275" b="1">
                <a:solidFill>
                  <a:srgbClr val="F0F6FC"/>
                </a:solidFill>
              </a:rPr>
              <a:t>knowva / e-learning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39DA9E0-477F-4D0D-BEED-DEE5A8517ECE}"/>
              </a:ext>
            </a:extLst>
          </p:cNvPr>
          <p:cNvSpPr>
            <a:spLocks noGrp="1"/>
          </p:cNvSpPr>
          <p:nvPr/>
        </p:nvSpPr>
        <p:spPr>
          <a:xfrm>
            <a:off x="6972300" y="1752600"/>
            <a:ext cx="1066800" cy="3429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6C138C-2781-47B2-B651-A1BFA7F471A6}"/>
              </a:ext>
            </a:extLst>
          </p:cNvPr>
          <p:cNvSpPr>
            <a:spLocks noGrp="1"/>
          </p:cNvSpPr>
          <p:nvPr/>
        </p:nvSpPr>
        <p:spPr>
          <a:xfrm>
            <a:off x="7105650" y="1819275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FB950"/>
                </a:solidFill>
              </a:defRPr>
            </a:pPr>
            <a:r>
              <a:rPr sz="1200" b="1">
                <a:solidFill>
                  <a:srgbClr val="3FB950"/>
                </a:solidFill>
              </a:rPr>
              <a:t>develop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EF0D94F-24E4-4F38-8598-2FE33FB97C2B}"/>
              </a:ext>
            </a:extLst>
          </p:cNvPr>
          <p:cNvSpPr>
            <a:spLocks noGrp="1"/>
          </p:cNvSpPr>
          <p:nvPr/>
        </p:nvSpPr>
        <p:spPr>
          <a:xfrm>
            <a:off x="8172450" y="1752600"/>
            <a:ext cx="1485900" cy="3429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F15EF5-824A-4268-8246-2B2CA47DCDFD}"/>
              </a:ext>
            </a:extLst>
          </p:cNvPr>
          <p:cNvSpPr>
            <a:spLocks noGrp="1"/>
          </p:cNvSpPr>
          <p:nvPr/>
        </p:nvSpPr>
        <p:spPr>
          <a:xfrm>
            <a:off x="8305800" y="1819275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8A6FF"/>
                </a:solidFill>
              </a:defRPr>
            </a:pPr>
            <a:r>
              <a:rPr sz="1200" b="1">
                <a:solidFill>
                  <a:srgbClr val="58A6FF"/>
                </a:solidFill>
              </a:rPr>
              <a:t>feature/login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9A7E81FA-34F1-4A8C-990F-A17FF3F4EA0E}"/>
              </a:ext>
            </a:extLst>
          </p:cNvPr>
          <p:cNvSpPr>
            <a:spLocks noGrp="1"/>
          </p:cNvSpPr>
          <p:nvPr/>
        </p:nvSpPr>
        <p:spPr>
          <a:xfrm>
            <a:off x="9791700" y="1752600"/>
            <a:ext cx="1066800" cy="3429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927498-EDA0-4C32-9354-E08F3DDD8F84}"/>
              </a:ext>
            </a:extLst>
          </p:cNvPr>
          <p:cNvSpPr>
            <a:spLocks noGrp="1"/>
          </p:cNvSpPr>
          <p:nvPr/>
        </p:nvSpPr>
        <p:spPr>
          <a:xfrm>
            <a:off x="9925050" y="1819275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1E5FF"/>
                </a:solidFill>
              </a:defRPr>
            </a:pPr>
            <a:r>
              <a:rPr sz="1200" b="1">
                <a:solidFill>
                  <a:srgbClr val="F1E5FF"/>
                </a:solidFill>
              </a:rPr>
              <a:t>PR ready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B986984-293F-4AD8-A749-ABDE0FE3B2F1}"/>
              </a:ext>
            </a:extLst>
          </p:cNvPr>
          <p:cNvSpPr>
            <a:spLocks noGrp="1"/>
          </p:cNvSpPr>
          <p:nvPr/>
        </p:nvSpPr>
        <p:spPr>
          <a:xfrm>
            <a:off x="6972300" y="2400300"/>
            <a:ext cx="3981450" cy="41910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102271C-2649-450A-B7EB-061140170527}"/>
              </a:ext>
            </a:extLst>
          </p:cNvPr>
          <p:cNvSpPr>
            <a:spLocks noGrp="1"/>
          </p:cNvSpPr>
          <p:nvPr/>
        </p:nvSpPr>
        <p:spPr>
          <a:xfrm>
            <a:off x="7143750" y="2552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9ADF32B-7947-4FB7-9ED6-94D56C5E9A17}"/>
              </a:ext>
            </a:extLst>
          </p:cNvPr>
          <p:cNvSpPr>
            <a:spLocks noGrp="1"/>
          </p:cNvSpPr>
          <p:nvPr/>
        </p:nvSpPr>
        <p:spPr>
          <a:xfrm>
            <a:off x="7353300" y="25146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FB950"/>
                </a:solidFill>
              </a:defRPr>
            </a:pPr>
            <a:r>
              <a:rPr sz="1050" b="1">
                <a:solidFill>
                  <a:srgbClr val="3FB950"/>
                </a:solidFill>
              </a:rPr>
              <a:t>commit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1F2405-D1FC-44B7-9265-2B7F8B25B142}"/>
              </a:ext>
            </a:extLst>
          </p:cNvPr>
          <p:cNvSpPr>
            <a:spLocks noGrp="1"/>
          </p:cNvSpPr>
          <p:nvPr/>
        </p:nvSpPr>
        <p:spPr>
          <a:xfrm>
            <a:off x="8058150" y="250507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F0F6FC"/>
                </a:solidFill>
              </a:defRPr>
            </a:pPr>
            <a:r>
              <a:rPr sz="1125" b="0">
                <a:solidFill>
                  <a:srgbClr val="F0F6FC"/>
                </a:solidFill>
              </a:rPr>
              <a:t>로그인 화면 수정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CDC59E1-7436-447F-A07D-E1527C0C30B8}"/>
              </a:ext>
            </a:extLst>
          </p:cNvPr>
          <p:cNvSpPr>
            <a:spLocks noGrp="1"/>
          </p:cNvSpPr>
          <p:nvPr/>
        </p:nvSpPr>
        <p:spPr>
          <a:xfrm>
            <a:off x="6972300" y="2990850"/>
            <a:ext cx="3981450" cy="41910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E1DD0F2-E24C-4F91-BC89-3FAD2C853487}"/>
              </a:ext>
            </a:extLst>
          </p:cNvPr>
          <p:cNvSpPr>
            <a:spLocks noGrp="1"/>
          </p:cNvSpPr>
          <p:nvPr/>
        </p:nvSpPr>
        <p:spPr>
          <a:xfrm>
            <a:off x="7143750" y="3143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143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D8EAF2-BB29-4ED4-98E8-096905A861DD}"/>
              </a:ext>
            </a:extLst>
          </p:cNvPr>
          <p:cNvSpPr>
            <a:spLocks noGrp="1"/>
          </p:cNvSpPr>
          <p:nvPr/>
        </p:nvSpPr>
        <p:spPr>
          <a:xfrm>
            <a:off x="7353300" y="31051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 b="1">
                <a:solidFill>
                  <a:srgbClr val="58A6FF"/>
                </a:solidFill>
              </a:rPr>
              <a:t>push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0A204D-E9A9-40BF-B217-CAF15D92FAC3}"/>
              </a:ext>
            </a:extLst>
          </p:cNvPr>
          <p:cNvSpPr>
            <a:spLocks noGrp="1"/>
          </p:cNvSpPr>
          <p:nvPr/>
        </p:nvSpPr>
        <p:spPr>
          <a:xfrm>
            <a:off x="8058150" y="309562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F0F6FC"/>
                </a:solidFill>
              </a:defRPr>
            </a:pPr>
            <a:r>
              <a:rPr sz="1125" b="0">
                <a:solidFill>
                  <a:srgbClr val="F0F6FC"/>
                </a:solidFill>
              </a:rPr>
              <a:t>내 branch 업로드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9CBEA833-AE06-43DC-B946-1D64412DCFD4}"/>
              </a:ext>
            </a:extLst>
          </p:cNvPr>
          <p:cNvSpPr>
            <a:spLocks noGrp="1"/>
          </p:cNvSpPr>
          <p:nvPr/>
        </p:nvSpPr>
        <p:spPr>
          <a:xfrm>
            <a:off x="6972300" y="3581400"/>
            <a:ext cx="3981450" cy="41910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3326E86-0277-4FDD-AAC1-996B9B6505E0}"/>
              </a:ext>
            </a:extLst>
          </p:cNvPr>
          <p:cNvSpPr>
            <a:spLocks noGrp="1"/>
          </p:cNvSpPr>
          <p:nvPr/>
        </p:nvSpPr>
        <p:spPr>
          <a:xfrm>
            <a:off x="7143750" y="3733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F1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506E929-FEAB-40C5-8961-995FA413BE17}"/>
              </a:ext>
            </a:extLst>
          </p:cNvPr>
          <p:cNvSpPr>
            <a:spLocks noGrp="1"/>
          </p:cNvSpPr>
          <p:nvPr/>
        </p:nvSpPr>
        <p:spPr>
          <a:xfrm>
            <a:off x="7353300" y="36957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1E5FF"/>
                </a:solidFill>
              </a:defRPr>
            </a:pPr>
            <a:r>
              <a:rPr sz="1050" b="1">
                <a:solidFill>
                  <a:srgbClr val="F1E5FF"/>
                </a:solidFill>
              </a:rPr>
              <a:t>PR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9FDB47-135B-4329-B82A-ABA675828661}"/>
              </a:ext>
            </a:extLst>
          </p:cNvPr>
          <p:cNvSpPr>
            <a:spLocks noGrp="1"/>
          </p:cNvSpPr>
          <p:nvPr/>
        </p:nvSpPr>
        <p:spPr>
          <a:xfrm>
            <a:off x="8058150" y="3686175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F0F6FC"/>
                </a:solidFill>
              </a:defRPr>
            </a:pPr>
            <a:r>
              <a:rPr sz="1125" b="0">
                <a:solidFill>
                  <a:srgbClr val="F0F6FC"/>
                </a:solidFill>
              </a:rPr>
              <a:t>merge 요청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5A63C1-E857-484F-B88E-498EA25D125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rPr sz="900" b="0">
                <a:solidFill>
                  <a:srgbClr val="8B949E"/>
                </a:solidFill>
              </a:rPr>
              <a:t>GitHub 협업 가이드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04D0449-B083-423E-8CB4-28C28BF916F3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49E"/>
                </a:solidFill>
              </a:defRPr>
            </a:pPr>
            <a:r>
              <a:rPr sz="900" b="1">
                <a:solidFill>
                  <a:srgbClr val="8B949E"/>
                </a:solidFill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82167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0DAAB5-4EC5-4F71-9B1D-DB6004ED0BDB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CF222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7901A0-5989-414E-9E18-F32C9AEA5D4A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규칙의 목적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640DFA-EDE5-4B37-A2CC-5ED7295061F1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빠르게 합치는 것보다, 안전하게 합치는 것이 먼저다.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4B841-5C59-4F98-9656-FD12AE265CE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E71D25-99E7-48E2-ADE7-484F8D71F470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02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8C51C5B-2259-4E6F-9200-8C95A5BA2BD5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102108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46158A-EE4F-4384-B138-79907F52250E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76200" cy="1428750"/>
          </a:xfrm>
          <a:prstGeom prst="rect">
            <a:avLst/>
          </a:prstGeom>
          <a:solidFill>
            <a:srgbClr val="CF222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24649-3C8C-449A-82C2-DBFFEA9DC93D}"/>
              </a:ext>
            </a:extLst>
          </p:cNvPr>
          <p:cNvSpPr>
            <a:spLocks noGrp="1"/>
          </p:cNvSpPr>
          <p:nvPr/>
        </p:nvSpPr>
        <p:spPr>
          <a:xfrm>
            <a:off x="1314450" y="2571750"/>
            <a:ext cx="95440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24292F"/>
                </a:solidFill>
              </a:defRPr>
            </a:pPr>
            <a:r>
              <a:rPr sz="2175" b="1">
                <a:solidFill>
                  <a:srgbClr val="24292F"/>
                </a:solidFill>
              </a:rPr>
              <a:t>한 사람이 develop에서 잘못 작업하면</a:t>
            </a:r>
          </a:p>
          <a:p>
            <a:pPr algn="l">
              <a:defRPr sz="2175" b="1">
                <a:solidFill>
                  <a:srgbClr val="24292F"/>
                </a:solidFill>
              </a:defRPr>
            </a:pPr>
            <a:r>
              <a:rPr sz="2175" b="1">
                <a:solidFill>
                  <a:srgbClr val="24292F"/>
                </a:solidFill>
              </a:rPr>
              <a:t>팀 전체가 같은 문제를 받는다.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7362BB0-B5BF-4C38-9542-31D4BAB4BDC3}"/>
              </a:ext>
            </a:extLst>
          </p:cNvPr>
          <p:cNvSpPr>
            <a:spLocks noGrp="1"/>
          </p:cNvSpPr>
          <p:nvPr/>
        </p:nvSpPr>
        <p:spPr>
          <a:xfrm>
            <a:off x="1447800" y="432435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0E7DED-3EA5-41D2-AFEC-1DA4345A6B96}"/>
              </a:ext>
            </a:extLst>
          </p:cNvPr>
          <p:cNvSpPr>
            <a:spLocks noGrp="1"/>
          </p:cNvSpPr>
          <p:nvPr/>
        </p:nvSpPr>
        <p:spPr>
          <a:xfrm>
            <a:off x="1695450" y="42291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4292F"/>
                </a:solidFill>
              </a:defRPr>
            </a:pPr>
            <a:r>
              <a:rPr sz="1575" b="1">
                <a:solidFill>
                  <a:srgbClr val="24292F"/>
                </a:solidFill>
              </a:rPr>
              <a:t>develop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D1D77F-AF7D-419A-A9F9-61F2645C014F}"/>
              </a:ext>
            </a:extLst>
          </p:cNvPr>
          <p:cNvSpPr>
            <a:spLocks noGrp="1"/>
          </p:cNvSpPr>
          <p:nvPr/>
        </p:nvSpPr>
        <p:spPr>
          <a:xfrm>
            <a:off x="3619500" y="4248150"/>
            <a:ext cx="373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완성된 변경만 모이는 공용 기준선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3CC8D06-434D-4096-9D34-1426644BF1DD}"/>
              </a:ext>
            </a:extLst>
          </p:cNvPr>
          <p:cNvSpPr>
            <a:spLocks noGrp="1"/>
          </p:cNvSpPr>
          <p:nvPr/>
        </p:nvSpPr>
        <p:spPr>
          <a:xfrm>
            <a:off x="1447800" y="483870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233C9B-97E7-4589-849D-E453A0ABA174}"/>
              </a:ext>
            </a:extLst>
          </p:cNvPr>
          <p:cNvSpPr>
            <a:spLocks noGrp="1"/>
          </p:cNvSpPr>
          <p:nvPr/>
        </p:nvSpPr>
        <p:spPr>
          <a:xfrm>
            <a:off x="1695450" y="47434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4292F"/>
                </a:solidFill>
              </a:defRPr>
            </a:pPr>
            <a:r>
              <a:rPr sz="1575" b="1">
                <a:solidFill>
                  <a:srgbClr val="24292F"/>
                </a:solidFill>
              </a:rPr>
              <a:t>branch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608958-D349-4AD1-A7F9-C3B4F84140D8}"/>
              </a:ext>
            </a:extLst>
          </p:cNvPr>
          <p:cNvSpPr>
            <a:spLocks noGrp="1"/>
          </p:cNvSpPr>
          <p:nvPr/>
        </p:nvSpPr>
        <p:spPr>
          <a:xfrm>
            <a:off x="3619500" y="4762500"/>
            <a:ext cx="373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개인 작업을 진행하는 안전한 공간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D0AA20C-4114-47E5-84B6-7D3DD6929CAD}"/>
              </a:ext>
            </a:extLst>
          </p:cNvPr>
          <p:cNvSpPr>
            <a:spLocks noGrp="1"/>
          </p:cNvSpPr>
          <p:nvPr/>
        </p:nvSpPr>
        <p:spPr>
          <a:xfrm>
            <a:off x="7696200" y="4114800"/>
            <a:ext cx="1409700" cy="1143000"/>
          </a:xfrm>
          <a:prstGeom prst="roundRect">
            <a:avLst>
              <a:gd name="adj" fmla="val 10000"/>
            </a:avLst>
          </a:prstGeom>
          <a:solidFill>
            <a:srgbClr val="FFEBE9"/>
          </a:solidFill>
          <a:ln w="11430">
            <a:solidFill>
              <a:srgbClr val="FFB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067274-D88C-4871-A854-E39BE0A83CAF}"/>
              </a:ext>
            </a:extLst>
          </p:cNvPr>
          <p:cNvSpPr>
            <a:spLocks noGrp="1"/>
          </p:cNvSpPr>
          <p:nvPr/>
        </p:nvSpPr>
        <p:spPr>
          <a:xfrm>
            <a:off x="7981950" y="4324350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F222E"/>
                </a:solidFill>
              </a:defRPr>
            </a:pPr>
            <a:r>
              <a:rPr sz="1875" b="1">
                <a:solidFill>
                  <a:srgbClr val="CF222E"/>
                </a:solidFill>
              </a:rPr>
              <a:t>금지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27BA5C-0C8B-4F1A-AF08-3ABF90366F8E}"/>
              </a:ext>
            </a:extLst>
          </p:cNvPr>
          <p:cNvSpPr>
            <a:spLocks noGrp="1"/>
          </p:cNvSpPr>
          <p:nvPr/>
        </p:nvSpPr>
        <p:spPr>
          <a:xfrm>
            <a:off x="7924800" y="4686300"/>
            <a:ext cx="95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4292F"/>
                </a:solidFill>
              </a:defRPr>
            </a:pPr>
            <a:r>
              <a:rPr sz="1425" b="1">
                <a:solidFill>
                  <a:srgbClr val="24292F"/>
                </a:solidFill>
              </a:rPr>
              <a:t>develop</a:t>
            </a:r>
          </a:p>
          <a:p>
            <a:pPr algn="ctr">
              <a:defRPr sz="1425" b="1">
                <a:solidFill>
                  <a:srgbClr val="24292F"/>
                </a:solidFill>
              </a:defRPr>
            </a:pPr>
            <a:r>
              <a:rPr sz="1425" b="1">
                <a:solidFill>
                  <a:srgbClr val="24292F"/>
                </a:solidFill>
              </a:rPr>
              <a:t>직접 작업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029ED89-B91C-4E82-A6EC-6C31396498B3}"/>
              </a:ext>
            </a:extLst>
          </p:cNvPr>
          <p:cNvSpPr>
            <a:spLocks noGrp="1"/>
          </p:cNvSpPr>
          <p:nvPr/>
        </p:nvSpPr>
        <p:spPr>
          <a:xfrm>
            <a:off x="9277350" y="4114800"/>
            <a:ext cx="1409700" cy="1143000"/>
          </a:xfrm>
          <a:prstGeom prst="roundRect">
            <a:avLst>
              <a:gd name="adj" fmla="val 10000"/>
            </a:avLst>
          </a:prstGeom>
          <a:solidFill>
            <a:srgbClr val="FFEBE9"/>
          </a:solidFill>
          <a:ln w="11430">
            <a:solidFill>
              <a:srgbClr val="FFB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C9FBF0-A302-4C4F-8CD8-A362685D299C}"/>
              </a:ext>
            </a:extLst>
          </p:cNvPr>
          <p:cNvSpPr>
            <a:spLocks noGrp="1"/>
          </p:cNvSpPr>
          <p:nvPr/>
        </p:nvSpPr>
        <p:spPr>
          <a:xfrm>
            <a:off x="9563100" y="4324350"/>
            <a:ext cx="83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F222E"/>
                </a:solidFill>
              </a:defRPr>
            </a:pPr>
            <a:r>
              <a:rPr sz="1875" b="1">
                <a:solidFill>
                  <a:srgbClr val="CF222E"/>
                </a:solidFill>
              </a:rPr>
              <a:t>금지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1BDD2F-5B10-481F-A5BF-CD361E4724BC}"/>
              </a:ext>
            </a:extLst>
          </p:cNvPr>
          <p:cNvSpPr>
            <a:spLocks noGrp="1"/>
          </p:cNvSpPr>
          <p:nvPr/>
        </p:nvSpPr>
        <p:spPr>
          <a:xfrm>
            <a:off x="9601200" y="468630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4292F"/>
                </a:solidFill>
              </a:defRPr>
            </a:pPr>
            <a:r>
              <a:rPr sz="1425" b="1">
                <a:solidFill>
                  <a:srgbClr val="24292F"/>
                </a:solidFill>
              </a:rPr>
              <a:t>직접</a:t>
            </a:r>
          </a:p>
          <a:p>
            <a:pPr algn="ctr">
              <a:defRPr sz="1425" b="1">
                <a:solidFill>
                  <a:srgbClr val="24292F"/>
                </a:solidFill>
              </a:defRPr>
            </a:pPr>
            <a:r>
              <a:rPr sz="1425" b="1">
                <a:solidFill>
                  <a:srgbClr val="24292F"/>
                </a:solidFill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78321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E49CCF-9F17-44FC-BB26-7789CE5B9F2D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58A6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D8198C-F64F-446E-BC6A-7B111CE1CA4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0F6FC"/>
                </a:solidFill>
              </a:defRPr>
            </a:pPr>
            <a:r>
              <a:rPr sz="3150" b="1">
                <a:solidFill>
                  <a:srgbClr val="F0F6FC"/>
                </a:solidFill>
              </a:rPr>
              <a:t>한 장으로 보는 협업 모델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21A95A-37DC-47AA-816A-3D50B3B04BF0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GitHub 협업은 세 공간을 오가는 일이다.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48D8E7-8B0F-4C6F-817D-DD2E24CC7EB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rPr sz="900" b="0">
                <a:solidFill>
                  <a:srgbClr val="8B949E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246A26-CE3E-40BE-9E31-2C16C14540FA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49E"/>
                </a:solidFill>
              </a:defRPr>
            </a:pPr>
            <a:r>
              <a:rPr sz="900" b="1">
                <a:solidFill>
                  <a:srgbClr val="8B949E"/>
                </a:solidFill>
              </a:rPr>
              <a:t>03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A28A614-ACE2-4F6A-9793-0ECBC2767557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3048000" cy="2343150"/>
          </a:xfrm>
          <a:prstGeom prst="roundRect">
            <a:avLst>
              <a:gd name="adj" fmla="val 6504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CBA6B0-D0C8-4F4C-9F49-18661C21C049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3048000" cy="76200"/>
          </a:xfrm>
          <a:prstGeom prst="rect">
            <a:avLst/>
          </a:prstGeom>
          <a:solidFill>
            <a:srgbClr val="3FB95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2D04FE-7A90-4F46-A700-B9A2C43DE101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0F6FC"/>
                </a:solidFill>
              </a:defRPr>
            </a:pPr>
            <a:r>
              <a:rPr sz="1875" b="1">
                <a:solidFill>
                  <a:srgbClr val="F0F6FC"/>
                </a:solidFill>
              </a:rPr>
              <a:t>원격 develop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B164CD-4CDB-4CF3-A27D-F4A63EF1E541}"/>
              </a:ext>
            </a:extLst>
          </p:cNvPr>
          <p:cNvSpPr>
            <a:spLocks noGrp="1"/>
          </p:cNvSpPr>
          <p:nvPr/>
        </p:nvSpPr>
        <p:spPr>
          <a:xfrm>
            <a:off x="1123950" y="3276600"/>
            <a:ext cx="2438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팀이 함께 보는 기준선</a:t>
            </a:r>
          </a:p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항상 최신 상태를 유지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93A69ED-6B6E-45E1-A09F-8CBE4D61073A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2343150"/>
          </a:xfrm>
          <a:prstGeom prst="roundRect">
            <a:avLst>
              <a:gd name="adj" fmla="val 6504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F19001-047F-4FB0-A4D2-2BB12A5CC246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76200"/>
          </a:xfrm>
          <a:prstGeom prst="rect">
            <a:avLst/>
          </a:prstGeom>
          <a:solidFill>
            <a:srgbClr val="58A6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1E7428-335C-4A53-A76D-BD3938351D82}"/>
              </a:ext>
            </a:extLst>
          </p:cNvPr>
          <p:cNvSpPr>
            <a:spLocks noGrp="1"/>
          </p:cNvSpPr>
          <p:nvPr/>
        </p:nvSpPr>
        <p:spPr>
          <a:xfrm>
            <a:off x="4838700" y="270510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0F6FC"/>
                </a:solidFill>
              </a:defRPr>
            </a:pPr>
            <a:r>
              <a:rPr sz="1875" b="1">
                <a:solidFill>
                  <a:srgbClr val="F0F6FC"/>
                </a:solidFill>
              </a:rPr>
              <a:t>내 branch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327F2E-4100-4DD7-BCC0-1154180BFB42}"/>
              </a:ext>
            </a:extLst>
          </p:cNvPr>
          <p:cNvSpPr>
            <a:spLocks noGrp="1"/>
          </p:cNvSpPr>
          <p:nvPr/>
        </p:nvSpPr>
        <p:spPr>
          <a:xfrm>
            <a:off x="4876800" y="3276600"/>
            <a:ext cx="2438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내가 맡은 기능을</a:t>
            </a:r>
          </a:p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안전하게 만드는 공간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6A92E7E-BDBC-499D-B623-368A8CB85891}"/>
              </a:ext>
            </a:extLst>
          </p:cNvPr>
          <p:cNvSpPr>
            <a:spLocks noGrp="1"/>
          </p:cNvSpPr>
          <p:nvPr/>
        </p:nvSpPr>
        <p:spPr>
          <a:xfrm>
            <a:off x="8324850" y="2381250"/>
            <a:ext cx="3048000" cy="2343150"/>
          </a:xfrm>
          <a:prstGeom prst="roundRect">
            <a:avLst>
              <a:gd name="adj" fmla="val 6504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F51A0A-67A5-4759-9EC2-7B04B937F2BE}"/>
              </a:ext>
            </a:extLst>
          </p:cNvPr>
          <p:cNvSpPr>
            <a:spLocks noGrp="1"/>
          </p:cNvSpPr>
          <p:nvPr/>
        </p:nvSpPr>
        <p:spPr>
          <a:xfrm>
            <a:off x="8324850" y="2381250"/>
            <a:ext cx="3048000" cy="76200"/>
          </a:xfrm>
          <a:prstGeom prst="rect">
            <a:avLst/>
          </a:prstGeom>
          <a:solidFill>
            <a:srgbClr val="F1E5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685D60-FC18-4B9D-BFE7-5FFC5BD9BCE8}"/>
              </a:ext>
            </a:extLst>
          </p:cNvPr>
          <p:cNvSpPr>
            <a:spLocks noGrp="1"/>
          </p:cNvSpPr>
          <p:nvPr/>
        </p:nvSpPr>
        <p:spPr>
          <a:xfrm>
            <a:off x="8591550" y="2705100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0F6FC"/>
                </a:solidFill>
              </a:defRPr>
            </a:pPr>
            <a:r>
              <a:rPr sz="1875" b="1">
                <a:solidFill>
                  <a:srgbClr val="F0F6FC"/>
                </a:solidFill>
              </a:rPr>
              <a:t>PR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BF5307-10CF-4593-8BA9-465860B1B27E}"/>
              </a:ext>
            </a:extLst>
          </p:cNvPr>
          <p:cNvSpPr>
            <a:spLocks noGrp="1"/>
          </p:cNvSpPr>
          <p:nvPr/>
        </p:nvSpPr>
        <p:spPr>
          <a:xfrm>
            <a:off x="8629650" y="3276600"/>
            <a:ext cx="2438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완성된 작업을</a:t>
            </a:r>
          </a:p>
          <a:p>
            <a:pPr algn="ctr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검토받고 합치는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9D560B-C3EF-4833-95CC-42D342EBEC9B}"/>
              </a:ext>
            </a:extLst>
          </p:cNvPr>
          <p:cNvSpPr>
            <a:spLocks noGrp="1"/>
          </p:cNvSpPr>
          <p:nvPr/>
        </p:nvSpPr>
        <p:spPr>
          <a:xfrm>
            <a:off x="3962400" y="3495675"/>
            <a:ext cx="514350" cy="38100"/>
          </a:xfrm>
          <a:prstGeom prst="rect">
            <a:avLst/>
          </a:prstGeom>
          <a:solidFill>
            <a:srgbClr val="30363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B71B27-4DBE-46E7-9AFF-752C1C3F942F}"/>
              </a:ext>
            </a:extLst>
          </p:cNvPr>
          <p:cNvSpPr>
            <a:spLocks noGrp="1"/>
          </p:cNvSpPr>
          <p:nvPr/>
        </p:nvSpPr>
        <p:spPr>
          <a:xfrm>
            <a:off x="7715250" y="3495675"/>
            <a:ext cx="514350" cy="38100"/>
          </a:xfrm>
          <a:prstGeom prst="rect">
            <a:avLst/>
          </a:prstGeom>
          <a:solidFill>
            <a:srgbClr val="30363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4466BD-A61C-490D-B408-B90EB99FD501}"/>
              </a:ext>
            </a:extLst>
          </p:cNvPr>
          <p:cNvSpPr>
            <a:spLocks noGrp="1"/>
          </p:cNvSpPr>
          <p:nvPr/>
        </p:nvSpPr>
        <p:spPr>
          <a:xfrm>
            <a:off x="3943350" y="31623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FB950"/>
                </a:solidFill>
              </a:defRPr>
            </a:pPr>
            <a:r>
              <a:rPr sz="1200" b="1">
                <a:solidFill>
                  <a:srgbClr val="3FB950"/>
                </a:solidFill>
              </a:rPr>
              <a:t>pull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0DA6A7-398C-4438-8CDF-42201FDC8477}"/>
              </a:ext>
            </a:extLst>
          </p:cNvPr>
          <p:cNvSpPr>
            <a:spLocks noGrp="1"/>
          </p:cNvSpPr>
          <p:nvPr/>
        </p:nvSpPr>
        <p:spPr>
          <a:xfrm>
            <a:off x="7696200" y="31623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8A6FF"/>
                </a:solidFill>
              </a:defRPr>
            </a:pPr>
            <a:r>
              <a:rPr sz="1200" b="1">
                <a:solidFill>
                  <a:srgbClr val="58A6FF"/>
                </a:solidFill>
              </a:rPr>
              <a:t>push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6F1A2B-63CA-488E-BD6C-02F7E1872AEB}"/>
              </a:ext>
            </a:extLst>
          </p:cNvPr>
          <p:cNvSpPr>
            <a:spLocks noGrp="1"/>
          </p:cNvSpPr>
          <p:nvPr/>
        </p:nvSpPr>
        <p:spPr>
          <a:xfrm>
            <a:off x="2209800" y="5219700"/>
            <a:ext cx="777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0F6FC"/>
                </a:solidFill>
              </a:defRPr>
            </a:pPr>
            <a:r>
              <a:rPr sz="2100" b="1">
                <a:solidFill>
                  <a:srgbClr val="F0F6FC"/>
                </a:solidFill>
              </a:rPr>
              <a:t>기억할 말: 내 작업을 바로 develop에 넣지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0794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E13D8C7D-E968-4866-8EB6-E7415BC35E4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0969D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67ADFB-0FF8-4085-85FD-4F4C397BF70C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용어는 세 묶음만 먼저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A4CBF5-965E-45ED-B239-E25571D0F1CB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처음에는 명령어보다 행동 의미를 먼저 잡으면 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709409-FE8D-42C1-8498-4A9FF7FE411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3DF7F7-59EF-4B5E-9BFA-84C868FE09E5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04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41F8A60-6C97-49A1-922B-921864BC94E3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3048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A08F24-E307-4C31-A826-507FC5D51EDE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3048000" cy="95250"/>
          </a:xfrm>
          <a:prstGeom prst="rect">
            <a:avLst/>
          </a:prstGeom>
          <a:solidFill>
            <a:srgbClr val="0969D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F96EBB-E3EC-45D1-A90B-04749DDE3DE6}"/>
              </a:ext>
            </a:extLst>
          </p:cNvPr>
          <p:cNvSpPr>
            <a:spLocks noGrp="1"/>
          </p:cNvSpPr>
          <p:nvPr/>
        </p:nvSpPr>
        <p:spPr>
          <a:xfrm>
            <a:off x="120015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969DA"/>
                </a:solidFill>
              </a:defRPr>
            </a:pPr>
            <a:r>
              <a:rPr sz="2100" b="1">
                <a:solidFill>
                  <a:srgbClr val="0969DA"/>
                </a:solidFill>
              </a:rPr>
              <a:t>받아오기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491BD77-117A-4B88-988C-9E9C0429495A}"/>
              </a:ext>
            </a:extLst>
          </p:cNvPr>
          <p:cNvSpPr>
            <a:spLocks noGrp="1"/>
          </p:cNvSpPr>
          <p:nvPr/>
        </p:nvSpPr>
        <p:spPr>
          <a:xfrm>
            <a:off x="1276350" y="331470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DDF4FF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003D1E-3D0F-42EF-9D9E-419278E0FBD3}"/>
              </a:ext>
            </a:extLst>
          </p:cNvPr>
          <p:cNvSpPr>
            <a:spLocks noGrp="1"/>
          </p:cNvSpPr>
          <p:nvPr/>
        </p:nvSpPr>
        <p:spPr>
          <a:xfrm>
            <a:off x="1276350" y="3409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969DA"/>
                </a:solidFill>
              </a:defRPr>
            </a:pPr>
            <a:r>
              <a:rPr sz="1275" b="1">
                <a:solidFill>
                  <a:srgbClr val="0969DA"/>
                </a:solidFill>
              </a:rPr>
              <a:t>fetch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057FA2-BCE7-40F1-8869-0AA4EB6A942E}"/>
              </a:ext>
            </a:extLst>
          </p:cNvPr>
          <p:cNvSpPr>
            <a:spLocks noGrp="1"/>
          </p:cNvSpPr>
          <p:nvPr/>
        </p:nvSpPr>
        <p:spPr>
          <a:xfrm>
            <a:off x="2495550" y="3371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새로고침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3ECD5A2-83CB-4FFE-9555-5438EDCEE1F7}"/>
              </a:ext>
            </a:extLst>
          </p:cNvPr>
          <p:cNvSpPr>
            <a:spLocks noGrp="1"/>
          </p:cNvSpPr>
          <p:nvPr/>
        </p:nvSpPr>
        <p:spPr>
          <a:xfrm>
            <a:off x="1276350" y="394335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DDF4FF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73FF28-0662-4F06-BDE5-E7F87978FA86}"/>
              </a:ext>
            </a:extLst>
          </p:cNvPr>
          <p:cNvSpPr>
            <a:spLocks noGrp="1"/>
          </p:cNvSpPr>
          <p:nvPr/>
        </p:nvSpPr>
        <p:spPr>
          <a:xfrm>
            <a:off x="1276350" y="4038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969DA"/>
                </a:solidFill>
              </a:defRPr>
            </a:pPr>
            <a:r>
              <a:rPr sz="1275" b="1">
                <a:solidFill>
                  <a:srgbClr val="0969DA"/>
                </a:solidFill>
              </a:rPr>
              <a:t>pull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42EFBA-C4AE-47BB-8EF3-7B1295173081}"/>
              </a:ext>
            </a:extLst>
          </p:cNvPr>
          <p:cNvSpPr>
            <a:spLocks noGrp="1"/>
          </p:cNvSpPr>
          <p:nvPr/>
        </p:nvSpPr>
        <p:spPr>
          <a:xfrm>
            <a:off x="2495550" y="40005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변경 받기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82F9699-27CC-4375-AC97-BAC6A22B3893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3048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58ACEDB-6F4F-4927-94A6-C607E10D0829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3048000" cy="95250"/>
          </a:xfrm>
          <a:prstGeom prst="rect">
            <a:avLst/>
          </a:prstGeom>
          <a:solidFill>
            <a:srgbClr val="2DA44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8D98B-EEDA-4830-A4F9-64D3CC1360EA}"/>
              </a:ext>
            </a:extLst>
          </p:cNvPr>
          <p:cNvSpPr>
            <a:spLocks noGrp="1"/>
          </p:cNvSpPr>
          <p:nvPr/>
        </p:nvSpPr>
        <p:spPr>
          <a:xfrm>
            <a:off x="487680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DA44E"/>
                </a:solidFill>
              </a:defRPr>
            </a:pPr>
            <a:r>
              <a:rPr sz="2100" b="1">
                <a:solidFill>
                  <a:srgbClr val="2DA44E"/>
                </a:solidFill>
              </a:rPr>
              <a:t>저장하기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B338B9A-F9D6-4F63-9061-0803D1873AFA}"/>
              </a:ext>
            </a:extLst>
          </p:cNvPr>
          <p:cNvSpPr>
            <a:spLocks noGrp="1"/>
          </p:cNvSpPr>
          <p:nvPr/>
        </p:nvSpPr>
        <p:spPr>
          <a:xfrm>
            <a:off x="4953000" y="331470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DAFBE1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058315-C0AD-45C8-82CC-681D7B457EF8}"/>
              </a:ext>
            </a:extLst>
          </p:cNvPr>
          <p:cNvSpPr>
            <a:spLocks noGrp="1"/>
          </p:cNvSpPr>
          <p:nvPr/>
        </p:nvSpPr>
        <p:spPr>
          <a:xfrm>
            <a:off x="4953000" y="3409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A44E"/>
                </a:solidFill>
              </a:defRPr>
            </a:pPr>
            <a:r>
              <a:rPr sz="1275" b="1">
                <a:solidFill>
                  <a:srgbClr val="2DA44E"/>
                </a:solidFill>
              </a:rPr>
              <a:t>commit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9E263E-B17F-4F82-B0B3-CC3F4C9E274C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작업 저장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AFCD2A0-0413-4002-936E-5C974EF29091}"/>
              </a:ext>
            </a:extLst>
          </p:cNvPr>
          <p:cNvSpPr>
            <a:spLocks noGrp="1"/>
          </p:cNvSpPr>
          <p:nvPr/>
        </p:nvSpPr>
        <p:spPr>
          <a:xfrm>
            <a:off x="4953000" y="394335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DAFBE1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E752AA-318F-4014-8A07-54D863AD1EF0}"/>
              </a:ext>
            </a:extLst>
          </p:cNvPr>
          <p:cNvSpPr>
            <a:spLocks noGrp="1"/>
          </p:cNvSpPr>
          <p:nvPr/>
        </p:nvSpPr>
        <p:spPr>
          <a:xfrm>
            <a:off x="4953000" y="4038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DA44E"/>
                </a:solidFill>
              </a:defRPr>
            </a:pPr>
            <a:r>
              <a:rPr sz="1275" b="1">
                <a:solidFill>
                  <a:srgbClr val="2DA44E"/>
                </a:solidFill>
              </a:rPr>
              <a:t>push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C53F44-4FFF-4094-9844-DFF90B73DFED}"/>
              </a:ext>
            </a:extLst>
          </p:cNvPr>
          <p:cNvSpPr>
            <a:spLocks noGrp="1"/>
          </p:cNvSpPr>
          <p:nvPr/>
        </p:nvSpPr>
        <p:spPr>
          <a:xfrm>
            <a:off x="6172200" y="40005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원격 올리기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715C896-AF0D-4B34-A998-7D1FB1FE71F5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3048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55E9FC-A574-4470-9F2A-EE0B1B948857}"/>
              </a:ext>
            </a:extLst>
          </p:cNvPr>
          <p:cNvSpPr>
            <a:spLocks noGrp="1"/>
          </p:cNvSpPr>
          <p:nvPr/>
        </p:nvSpPr>
        <p:spPr>
          <a:xfrm>
            <a:off x="8229600" y="2343150"/>
            <a:ext cx="3048000" cy="95250"/>
          </a:xfrm>
          <a:prstGeom prst="rect">
            <a:avLst/>
          </a:prstGeom>
          <a:solidFill>
            <a:srgbClr val="8250D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3E78F4-71C9-4B06-92E4-91D681082CE9}"/>
              </a:ext>
            </a:extLst>
          </p:cNvPr>
          <p:cNvSpPr>
            <a:spLocks noGrp="1"/>
          </p:cNvSpPr>
          <p:nvPr/>
        </p:nvSpPr>
        <p:spPr>
          <a:xfrm>
            <a:off x="8553450" y="2724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8250DF"/>
                </a:solidFill>
              </a:defRPr>
            </a:pPr>
            <a:r>
              <a:rPr sz="2100" b="1">
                <a:solidFill>
                  <a:srgbClr val="8250DF"/>
                </a:solidFill>
              </a:rPr>
              <a:t>합치기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7EB6D64-73A1-4D09-8B7F-BC9098036EA9}"/>
              </a:ext>
            </a:extLst>
          </p:cNvPr>
          <p:cNvSpPr>
            <a:spLocks noGrp="1"/>
          </p:cNvSpPr>
          <p:nvPr/>
        </p:nvSpPr>
        <p:spPr>
          <a:xfrm>
            <a:off x="8629650" y="331470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E5A569-4DFB-4FD2-B3A3-316E3C9E3352}"/>
              </a:ext>
            </a:extLst>
          </p:cNvPr>
          <p:cNvSpPr>
            <a:spLocks noGrp="1"/>
          </p:cNvSpPr>
          <p:nvPr/>
        </p:nvSpPr>
        <p:spPr>
          <a:xfrm>
            <a:off x="8629650" y="3409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8250DF"/>
                </a:solidFill>
              </a:defRPr>
            </a:pPr>
            <a:r>
              <a:rPr sz="1275" b="1">
                <a:solidFill>
                  <a:srgbClr val="8250DF"/>
                </a:solidFill>
              </a:rPr>
              <a:t>branch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CDE341-4360-4483-BECA-34F3DA6D11E3}"/>
              </a:ext>
            </a:extLst>
          </p:cNvPr>
          <p:cNvSpPr>
            <a:spLocks noGrp="1"/>
          </p:cNvSpPr>
          <p:nvPr/>
        </p:nvSpPr>
        <p:spPr>
          <a:xfrm>
            <a:off x="9848850" y="3371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작업 공간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D267F7FC-5E1D-4DCB-B0BE-D6C357F193B8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863006-3179-42EF-A2F1-4E79C2659198}"/>
              </a:ext>
            </a:extLst>
          </p:cNvPr>
          <p:cNvSpPr>
            <a:spLocks noGrp="1"/>
          </p:cNvSpPr>
          <p:nvPr/>
        </p:nvSpPr>
        <p:spPr>
          <a:xfrm>
            <a:off x="8629650" y="4038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8250DF"/>
                </a:solidFill>
              </a:defRPr>
            </a:pPr>
            <a:r>
              <a:rPr sz="1275" b="1">
                <a:solidFill>
                  <a:srgbClr val="8250DF"/>
                </a:solidFill>
              </a:rPr>
              <a:t>PR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B134FA-5B84-431E-AA64-2CB649A607C1}"/>
              </a:ext>
            </a:extLst>
          </p:cNvPr>
          <p:cNvSpPr>
            <a:spLocks noGrp="1"/>
          </p:cNvSpPr>
          <p:nvPr/>
        </p:nvSpPr>
        <p:spPr>
          <a:xfrm>
            <a:off x="9848850" y="40005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292F"/>
                </a:solidFill>
              </a:defRPr>
            </a:pPr>
            <a:r>
              <a:rPr sz="1275" b="0">
                <a:solidFill>
                  <a:srgbClr val="24292F"/>
                </a:solidFill>
              </a:rPr>
              <a:t>합치기 요청</a:t>
            </a:r>
          </a:p>
        </p:txBody>
      </p:sp>
    </p:spTree>
    <p:extLst>
      <p:ext uri="{BB962C8B-B14F-4D97-AF65-F5344CB8AC3E}">
        <p14:creationId xmlns:p14="http://schemas.microsoft.com/office/powerpoint/2010/main" val="175662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34AA2B-C406-4B94-BA17-47F18EDA61A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2DA44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A8950D-9DCB-44ED-BE0D-6F0F7D3098BE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처음 준비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B18EA4-4107-4304-9A5C-DA38A636AC7D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도구 선택보다 중요한 건 같은 저장소를 같은 규칙으로 쓰는 것이다.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6C991B-0E47-4C8F-8A74-761ACB49CD6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9FC882-AF85-4881-9DD7-EA50A89592B4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05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DF8601D-556E-419F-850B-5B8EB674F342}"/>
              </a:ext>
            </a:extLst>
          </p:cNvPr>
          <p:cNvSpPr>
            <a:spLocks noGrp="1"/>
          </p:cNvSpPr>
          <p:nvPr/>
        </p:nvSpPr>
        <p:spPr>
          <a:xfrm>
            <a:off x="1123950" y="2381250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F8C85AF-9F0B-45B9-B571-3CFC1517BBE2}"/>
              </a:ext>
            </a:extLst>
          </p:cNvPr>
          <p:cNvSpPr>
            <a:spLocks noGrp="1"/>
          </p:cNvSpPr>
          <p:nvPr/>
        </p:nvSpPr>
        <p:spPr>
          <a:xfrm>
            <a:off x="1333500" y="2609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405969-1715-4472-B2CA-52F5A61A0E48}"/>
              </a:ext>
            </a:extLst>
          </p:cNvPr>
          <p:cNvSpPr>
            <a:spLocks noGrp="1"/>
          </p:cNvSpPr>
          <p:nvPr/>
        </p:nvSpPr>
        <p:spPr>
          <a:xfrm>
            <a:off x="1333500" y="27051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BA81143-2C86-49E3-BD08-919C8DF4C623}"/>
              </a:ext>
            </a:extLst>
          </p:cNvPr>
          <p:cNvSpPr>
            <a:spLocks noGrp="1"/>
          </p:cNvSpPr>
          <p:nvPr/>
        </p:nvSpPr>
        <p:spPr>
          <a:xfrm>
            <a:off x="1924050" y="25717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292F"/>
                </a:solidFill>
              </a:defRPr>
            </a:pPr>
            <a:r>
              <a:rPr sz="1650" b="1">
                <a:solidFill>
                  <a:srgbClr val="24292F"/>
                </a:solidFill>
              </a:rPr>
              <a:t>GitHub 초대 수락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B27837-11AB-443A-9D08-82B525032F16}"/>
              </a:ext>
            </a:extLst>
          </p:cNvPr>
          <p:cNvSpPr>
            <a:spLocks noGrp="1"/>
          </p:cNvSpPr>
          <p:nvPr/>
        </p:nvSpPr>
        <p:spPr>
          <a:xfrm>
            <a:off x="1924050" y="28765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7606A"/>
                </a:solidFill>
              </a:defRPr>
            </a:pPr>
            <a:r>
              <a:rPr sz="1200" b="0">
                <a:solidFill>
                  <a:srgbClr val="57606A"/>
                </a:solidFill>
              </a:rPr>
              <a:t>이메일 초대를 먼저 받는다.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C5BAE30-0874-4BB8-88F0-6109308E553A}"/>
              </a:ext>
            </a:extLst>
          </p:cNvPr>
          <p:cNvSpPr>
            <a:spLocks noGrp="1"/>
          </p:cNvSpPr>
          <p:nvPr/>
        </p:nvSpPr>
        <p:spPr>
          <a:xfrm>
            <a:off x="6438900" y="2381250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684D2DB-1EB1-4271-A557-BB57A7E8E498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5D0FBD-A84B-46C4-8EAB-6F7C9052D5F7}"/>
              </a:ext>
            </a:extLst>
          </p:cNvPr>
          <p:cNvSpPr>
            <a:spLocks noGrp="1"/>
          </p:cNvSpPr>
          <p:nvPr/>
        </p:nvSpPr>
        <p:spPr>
          <a:xfrm>
            <a:off x="6648450" y="27051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905A7E-5750-4F61-8257-163917E59115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292F"/>
                </a:solidFill>
              </a:defRPr>
            </a:pPr>
            <a:r>
              <a:rPr sz="1650" b="1">
                <a:solidFill>
                  <a:srgbClr val="24292F"/>
                </a:solidFill>
              </a:rPr>
              <a:t>도구 선택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657AA8-54D5-4847-A218-EB4C286BA4E1}"/>
              </a:ext>
            </a:extLst>
          </p:cNvPr>
          <p:cNvSpPr>
            <a:spLocks noGrp="1"/>
          </p:cNvSpPr>
          <p:nvPr/>
        </p:nvSpPr>
        <p:spPr>
          <a:xfrm>
            <a:off x="7239000" y="28765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7606A"/>
                </a:solidFill>
              </a:defRPr>
            </a:pPr>
            <a:r>
              <a:rPr sz="1200" b="0">
                <a:solidFill>
                  <a:srgbClr val="57606A"/>
                </a:solidFill>
              </a:rPr>
              <a:t>초심자는 GitHub Desktop 추천.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4272EA5-2118-4B13-899E-E3210C5D10DF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22D86D96-874B-499D-801C-3B25543138BC}"/>
              </a:ext>
            </a:extLst>
          </p:cNvPr>
          <p:cNvSpPr>
            <a:spLocks noGrp="1"/>
          </p:cNvSpPr>
          <p:nvPr/>
        </p:nvSpPr>
        <p:spPr>
          <a:xfrm>
            <a:off x="1333500" y="3867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9C9711-18AD-4347-ADC4-FA35684BC883}"/>
              </a:ext>
            </a:extLst>
          </p:cNvPr>
          <p:cNvSpPr>
            <a:spLocks noGrp="1"/>
          </p:cNvSpPr>
          <p:nvPr/>
        </p:nvSpPr>
        <p:spPr>
          <a:xfrm>
            <a:off x="1333500" y="3962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D1117"/>
                </a:solidFill>
              </a:defRPr>
            </a:pPr>
            <a:r>
              <a:rPr sz="135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C6A4CC-35A3-47AA-8D8F-15E4EF9AC299}"/>
              </a:ext>
            </a:extLst>
          </p:cNvPr>
          <p:cNvSpPr>
            <a:spLocks noGrp="1"/>
          </p:cNvSpPr>
          <p:nvPr/>
        </p:nvSpPr>
        <p:spPr>
          <a:xfrm>
            <a:off x="1924050" y="3829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292F"/>
                </a:solidFill>
              </a:defRPr>
            </a:pPr>
            <a:r>
              <a:rPr sz="1650" b="1">
                <a:solidFill>
                  <a:srgbClr val="24292F"/>
                </a:solidFill>
              </a:rPr>
              <a:t>repository clone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A5F6B3-5087-49BB-A12A-8901D832700F}"/>
              </a:ext>
            </a:extLst>
          </p:cNvPr>
          <p:cNvSpPr>
            <a:spLocks noGrp="1"/>
          </p:cNvSpPr>
          <p:nvPr/>
        </p:nvSpPr>
        <p:spPr>
          <a:xfrm>
            <a:off x="192405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7606A"/>
                </a:solidFill>
              </a:defRPr>
            </a:pPr>
            <a:r>
              <a:rPr sz="1200" b="0">
                <a:solidFill>
                  <a:srgbClr val="57606A"/>
                </a:solidFill>
              </a:rPr>
              <a:t>원격 저장소를 내 컴퓨터에 복사한다.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88FA420-6AEB-452F-8D38-D4E1391BA083}"/>
              </a:ext>
            </a:extLst>
          </p:cNvPr>
          <p:cNvSpPr>
            <a:spLocks noGrp="1"/>
          </p:cNvSpPr>
          <p:nvPr/>
        </p:nvSpPr>
        <p:spPr>
          <a:xfrm>
            <a:off x="6438900" y="3638550"/>
            <a:ext cx="46291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455B880-8F90-49F3-8DF9-2DA4C6C723CA}"/>
              </a:ext>
            </a:extLst>
          </p:cNvPr>
          <p:cNvSpPr>
            <a:spLocks noGrp="1"/>
          </p:cNvSpPr>
          <p:nvPr/>
        </p:nvSpPr>
        <p:spPr>
          <a:xfrm>
            <a:off x="6648450" y="3867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143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DABE6B-240C-49E4-A926-57CEAAF444F8}"/>
              </a:ext>
            </a:extLst>
          </p:cNvPr>
          <p:cNvSpPr>
            <a:spLocks noGrp="1"/>
          </p:cNvSpPr>
          <p:nvPr/>
        </p:nvSpPr>
        <p:spPr>
          <a:xfrm>
            <a:off x="6648450" y="396240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ED1F92-BE9B-4422-A3B2-6C7FECDAAC0B}"/>
              </a:ext>
            </a:extLst>
          </p:cNvPr>
          <p:cNvSpPr>
            <a:spLocks noGrp="1"/>
          </p:cNvSpPr>
          <p:nvPr/>
        </p:nvSpPr>
        <p:spPr>
          <a:xfrm>
            <a:off x="7239000" y="38290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4292F"/>
                </a:solidFill>
              </a:defRPr>
            </a:pPr>
            <a:r>
              <a:rPr sz="1650" b="1">
                <a:solidFill>
                  <a:srgbClr val="24292F"/>
                </a:solidFill>
              </a:rPr>
              <a:t>develop 확인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F34F79-1DE9-4199-888B-054DDD7E9A9A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7606A"/>
                </a:solidFill>
              </a:defRPr>
            </a:pPr>
            <a:r>
              <a:rPr sz="1200" b="0">
                <a:solidFill>
                  <a:srgbClr val="57606A"/>
                </a:solidFill>
              </a:rPr>
              <a:t>기준 브랜치가 develop인지 본다.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1C5EA53A-B838-41C5-B878-E006C1F176FB}"/>
              </a:ext>
            </a:extLst>
          </p:cNvPr>
          <p:cNvSpPr>
            <a:spLocks noGrp="1"/>
          </p:cNvSpPr>
          <p:nvPr/>
        </p:nvSpPr>
        <p:spPr>
          <a:xfrm>
            <a:off x="1847850" y="5219700"/>
            <a:ext cx="8496300" cy="666750"/>
          </a:xfrm>
          <a:prstGeom prst="roundRect">
            <a:avLst>
              <a:gd name="adj" fmla="val 17143"/>
            </a:avLst>
          </a:prstGeom>
          <a:solidFill>
            <a:srgbClr val="DDF4FF"/>
          </a:solidFill>
          <a:ln w="11430">
            <a:solidFill>
              <a:srgbClr val="B6E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F2BE20E-1301-4F1E-B9CE-2A10BA03E1CA}"/>
              </a:ext>
            </a:extLst>
          </p:cNvPr>
          <p:cNvSpPr>
            <a:spLocks noGrp="1"/>
          </p:cNvSpPr>
          <p:nvPr/>
        </p:nvSpPr>
        <p:spPr>
          <a:xfrm>
            <a:off x="2114550" y="5238750"/>
            <a:ext cx="796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969DA"/>
                </a:solidFill>
              </a:defRPr>
            </a:pPr>
            <a:r>
              <a:rPr sz="1650" b="1">
                <a:solidFill>
                  <a:srgbClr val="0969DA"/>
                </a:solidFill>
              </a:rPr>
              <a:t>CLI, SourceTree도 가능하다.</a:t>
            </a:r>
          </a:p>
          <a:p>
            <a:pPr algn="ctr">
              <a:defRPr sz="1650" b="1">
                <a:solidFill>
                  <a:srgbClr val="0969DA"/>
                </a:solidFill>
              </a:defRPr>
            </a:pPr>
            <a:r>
              <a:rPr sz="1650" b="1">
                <a:solidFill>
                  <a:srgbClr val="0969DA"/>
                </a:solidFill>
              </a:rPr>
              <a:t>도구가 달라도 팀 규칙은 동일하다.</a:t>
            </a:r>
          </a:p>
        </p:txBody>
      </p:sp>
    </p:spTree>
    <p:extLst>
      <p:ext uri="{BB962C8B-B14F-4D97-AF65-F5344CB8AC3E}">
        <p14:creationId xmlns:p14="http://schemas.microsoft.com/office/powerpoint/2010/main" val="70366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A2218F-53EF-49F3-97A0-400C23D1AAFA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3FB95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002D6C-87E7-4CE3-95C2-B1B04F8F0C07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0F6FC"/>
                </a:solidFill>
              </a:defRPr>
            </a:pPr>
            <a:r>
              <a:rPr sz="3150" b="1">
                <a:solidFill>
                  <a:srgbClr val="F0F6FC"/>
                </a:solidFill>
              </a:rPr>
              <a:t>작업 전 1분 루틴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FF900-EBCC-4F36-959F-82602A0E92BB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작업을 시작하기 전에 내 브랜치를 최신 상태로 맞춘다.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907E13-6801-48ED-AEEE-CCBD6051506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rPr sz="900" b="0">
                <a:solidFill>
                  <a:srgbClr val="8B949E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9CD816-B267-4815-8368-D3DC59DB9B53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49E"/>
                </a:solidFill>
              </a:defRPr>
            </a:pPr>
            <a:r>
              <a:rPr sz="900" b="1">
                <a:solidFill>
                  <a:srgbClr val="8B949E"/>
                </a:solidFill>
              </a:rPr>
              <a:t>06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B1308F3-FDF5-4494-BFDC-E6B1EC82548C}"/>
              </a:ext>
            </a:extLst>
          </p:cNvPr>
          <p:cNvSpPr>
            <a:spLocks noGrp="1"/>
          </p:cNvSpPr>
          <p:nvPr/>
        </p:nvSpPr>
        <p:spPr>
          <a:xfrm>
            <a:off x="1238250" y="22764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242A02-FAF0-4CAF-B902-2215EC9AB5DE}"/>
              </a:ext>
            </a:extLst>
          </p:cNvPr>
          <p:cNvSpPr>
            <a:spLocks noGrp="1"/>
          </p:cNvSpPr>
          <p:nvPr/>
        </p:nvSpPr>
        <p:spPr>
          <a:xfrm>
            <a:off x="1238250" y="23526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0B6AE6-7393-49B1-909C-005C015673D0}"/>
              </a:ext>
            </a:extLst>
          </p:cNvPr>
          <p:cNvSpPr>
            <a:spLocks noGrp="1"/>
          </p:cNvSpPr>
          <p:nvPr/>
        </p:nvSpPr>
        <p:spPr>
          <a:xfrm>
            <a:off x="1809750" y="21526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0F6FC"/>
                </a:solidFill>
              </a:defRPr>
            </a:pPr>
            <a:r>
              <a:rPr sz="1950" b="1">
                <a:solidFill>
                  <a:srgbClr val="F0F6FC"/>
                </a:solidFill>
              </a:rPr>
              <a:t>develop으로 이동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FEBB8F-19A3-4D0F-A9A8-5F23651541D1}"/>
              </a:ext>
            </a:extLst>
          </p:cNvPr>
          <p:cNvSpPr>
            <a:spLocks noGrp="1"/>
          </p:cNvSpPr>
          <p:nvPr/>
        </p:nvSpPr>
        <p:spPr>
          <a:xfrm>
            <a:off x="4953000" y="21812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8B949E"/>
                </a:solidFill>
              </a:defRPr>
            </a:pPr>
            <a:r>
              <a:rPr sz="1650" b="0">
                <a:solidFill>
                  <a:srgbClr val="8B949E"/>
                </a:solidFill>
              </a:rPr>
              <a:t>공용 기준선을 먼저 확인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5BF8261-B0D7-4062-B0CB-F673A6251C98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143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2D04DC-2334-4167-B5ED-8F930641EB22}"/>
              </a:ext>
            </a:extLst>
          </p:cNvPr>
          <p:cNvSpPr>
            <a:spLocks noGrp="1"/>
          </p:cNvSpPr>
          <p:nvPr/>
        </p:nvSpPr>
        <p:spPr>
          <a:xfrm>
            <a:off x="1238250" y="31718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D96206-7463-480D-932B-0C508E9EFCE0}"/>
              </a:ext>
            </a:extLst>
          </p:cNvPr>
          <p:cNvSpPr>
            <a:spLocks noGrp="1"/>
          </p:cNvSpPr>
          <p:nvPr/>
        </p:nvSpPr>
        <p:spPr>
          <a:xfrm>
            <a:off x="1809750" y="29718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0F6FC"/>
                </a:solidFill>
              </a:defRPr>
            </a:pPr>
            <a:r>
              <a:rPr sz="1950" b="1">
                <a:solidFill>
                  <a:srgbClr val="F0F6FC"/>
                </a:solidFill>
              </a:rPr>
              <a:t>fetch / pull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7E63CA-5C4D-45F5-BD15-5CFF047CED59}"/>
              </a:ext>
            </a:extLst>
          </p:cNvPr>
          <p:cNvSpPr>
            <a:spLocks noGrp="1"/>
          </p:cNvSpPr>
          <p:nvPr/>
        </p:nvSpPr>
        <p:spPr>
          <a:xfrm>
            <a:off x="4953000" y="30003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8B949E"/>
                </a:solidFill>
              </a:defRPr>
            </a:pPr>
            <a:r>
              <a:rPr sz="1650" b="0">
                <a:solidFill>
                  <a:srgbClr val="8B949E"/>
                </a:solidFill>
              </a:rPr>
              <a:t>원격 변경을 내 컴퓨터로 받기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2BD6784-7483-4106-8BA3-02D41601D470}"/>
              </a:ext>
            </a:extLst>
          </p:cNvPr>
          <p:cNvSpPr>
            <a:spLocks noGrp="1"/>
          </p:cNvSpPr>
          <p:nvPr/>
        </p:nvSpPr>
        <p:spPr>
          <a:xfrm>
            <a:off x="1238250" y="39147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F1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0F486D-98C9-4054-9BDF-68FA72F82246}"/>
              </a:ext>
            </a:extLst>
          </p:cNvPr>
          <p:cNvSpPr>
            <a:spLocks noGrp="1"/>
          </p:cNvSpPr>
          <p:nvPr/>
        </p:nvSpPr>
        <p:spPr>
          <a:xfrm>
            <a:off x="1238250" y="39909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06B82A-3AEA-441D-B23B-C9C50FB64D9A}"/>
              </a:ext>
            </a:extLst>
          </p:cNvPr>
          <p:cNvSpPr>
            <a:spLocks noGrp="1"/>
          </p:cNvSpPr>
          <p:nvPr/>
        </p:nvSpPr>
        <p:spPr>
          <a:xfrm>
            <a:off x="1809750" y="3790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0F6FC"/>
                </a:solidFill>
              </a:defRPr>
            </a:pPr>
            <a:r>
              <a:rPr sz="1950" b="1">
                <a:solidFill>
                  <a:srgbClr val="F0F6FC"/>
                </a:solidFill>
              </a:rPr>
              <a:t>내 branch로 이동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C20197-AEA6-4A4B-B048-E1C2FD5609B1}"/>
              </a:ext>
            </a:extLst>
          </p:cNvPr>
          <p:cNvSpPr>
            <a:spLocks noGrp="1"/>
          </p:cNvSpPr>
          <p:nvPr/>
        </p:nvSpPr>
        <p:spPr>
          <a:xfrm>
            <a:off x="4953000" y="38195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8B949E"/>
                </a:solidFill>
              </a:defRPr>
            </a:pPr>
            <a:r>
              <a:rPr sz="1650" b="0">
                <a:solidFill>
                  <a:srgbClr val="8B949E"/>
                </a:solidFill>
              </a:rPr>
              <a:t>담당 작업 공간으로 돌아가기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6426AC1-58B5-4E48-B2CC-BF994EC3B545}"/>
              </a:ext>
            </a:extLst>
          </p:cNvPr>
          <p:cNvSpPr>
            <a:spLocks noGrp="1"/>
          </p:cNvSpPr>
          <p:nvPr/>
        </p:nvSpPr>
        <p:spPr>
          <a:xfrm>
            <a:off x="1238250" y="47339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BE26D-F96E-4CBC-AA42-8B8B285C7D6B}"/>
              </a:ext>
            </a:extLst>
          </p:cNvPr>
          <p:cNvSpPr>
            <a:spLocks noGrp="1"/>
          </p:cNvSpPr>
          <p:nvPr/>
        </p:nvSpPr>
        <p:spPr>
          <a:xfrm>
            <a:off x="1238250" y="48101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D1117"/>
                </a:solidFill>
              </a:defRPr>
            </a:pPr>
            <a:r>
              <a:rPr sz="1050" b="1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78F9CF-2DF8-492C-A250-7A71948204CE}"/>
              </a:ext>
            </a:extLst>
          </p:cNvPr>
          <p:cNvSpPr>
            <a:spLocks noGrp="1"/>
          </p:cNvSpPr>
          <p:nvPr/>
        </p:nvSpPr>
        <p:spPr>
          <a:xfrm>
            <a:off x="1809750" y="4610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0F6FC"/>
                </a:solidFill>
              </a:defRPr>
            </a:pPr>
            <a:r>
              <a:rPr sz="1950" b="1">
                <a:solidFill>
                  <a:srgbClr val="F0F6FC"/>
                </a:solidFill>
              </a:rPr>
              <a:t>develop을 merge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BD5C58-D05E-4D28-B2C3-2ABDC4BE41F2}"/>
              </a:ext>
            </a:extLst>
          </p:cNvPr>
          <p:cNvSpPr>
            <a:spLocks noGrp="1"/>
          </p:cNvSpPr>
          <p:nvPr/>
        </p:nvSpPr>
        <p:spPr>
          <a:xfrm>
            <a:off x="4953000" y="463867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8B949E"/>
                </a:solidFill>
              </a:defRPr>
            </a:pPr>
            <a:r>
              <a:rPr sz="1650" b="0">
                <a:solidFill>
                  <a:srgbClr val="8B949E"/>
                </a:solidFill>
              </a:rPr>
              <a:t>최신 변경을 내 branch에 반영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9E49ED95-AA34-42DE-90CD-A1EF9F7F2612}"/>
              </a:ext>
            </a:extLst>
          </p:cNvPr>
          <p:cNvSpPr>
            <a:spLocks noGrp="1"/>
          </p:cNvSpPr>
          <p:nvPr/>
        </p:nvSpPr>
        <p:spPr>
          <a:xfrm>
            <a:off x="8228714" y="2019300"/>
            <a:ext cx="3181350" cy="2152650"/>
          </a:xfrm>
          <a:prstGeom prst="roundRect">
            <a:avLst>
              <a:gd name="adj" fmla="val 7080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94C44D-AC8F-49FC-92F8-C5A7B52B73D0}"/>
              </a:ext>
            </a:extLst>
          </p:cNvPr>
          <p:cNvSpPr>
            <a:spLocks noGrp="1"/>
          </p:cNvSpPr>
          <p:nvPr/>
        </p:nvSpPr>
        <p:spPr>
          <a:xfrm>
            <a:off x="8479243" y="2552478"/>
            <a:ext cx="2680291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0F6FC"/>
                </a:solidFill>
              </a:defRPr>
            </a:pPr>
            <a:r>
              <a:rPr sz="2250" b="1" dirty="0" err="1">
                <a:solidFill>
                  <a:srgbClr val="F0F6FC"/>
                </a:solidFill>
              </a:rPr>
              <a:t>팀장이</a:t>
            </a:r>
            <a:r>
              <a:rPr sz="2250" b="1" dirty="0">
                <a:solidFill>
                  <a:srgbClr val="F0F6FC"/>
                </a:solidFill>
              </a:rPr>
              <a:t> </a:t>
            </a:r>
            <a:r>
              <a:rPr sz="2250" b="1" dirty="0" err="1">
                <a:solidFill>
                  <a:srgbClr val="F0F6FC"/>
                </a:solidFill>
              </a:rPr>
              <a:t>변경사항을</a:t>
            </a:r>
            <a:endParaRPr sz="2250" b="1" dirty="0">
              <a:solidFill>
                <a:srgbClr val="F0F6FC"/>
              </a:solidFill>
            </a:endParaRPr>
          </a:p>
          <a:p>
            <a:pPr algn="ctr">
              <a:defRPr sz="2250" b="1">
                <a:solidFill>
                  <a:srgbClr val="F0F6FC"/>
                </a:solidFill>
              </a:defRPr>
            </a:pPr>
            <a:r>
              <a:rPr sz="2250" b="1" dirty="0" err="1">
                <a:solidFill>
                  <a:srgbClr val="F0F6FC"/>
                </a:solidFill>
              </a:rPr>
              <a:t>알렸을</a:t>
            </a:r>
            <a:r>
              <a:rPr sz="2250" b="1" dirty="0">
                <a:solidFill>
                  <a:srgbClr val="F0F6FC"/>
                </a:solidFill>
              </a:rPr>
              <a:t> </a:t>
            </a:r>
            <a:r>
              <a:rPr sz="2250" b="1" dirty="0" err="1">
                <a:solidFill>
                  <a:srgbClr val="F0F6FC"/>
                </a:solidFill>
              </a:rPr>
              <a:t>때도</a:t>
            </a:r>
            <a:endParaRPr sz="2250" b="1" dirty="0">
              <a:solidFill>
                <a:srgbClr val="F0F6FC"/>
              </a:solidFill>
            </a:endParaRPr>
          </a:p>
          <a:p>
            <a:pPr algn="ctr">
              <a:defRPr sz="2250" b="1">
                <a:solidFill>
                  <a:srgbClr val="F0F6FC"/>
                </a:solidFill>
              </a:defRPr>
            </a:pPr>
            <a:r>
              <a:rPr sz="2250" b="1" dirty="0" err="1">
                <a:solidFill>
                  <a:srgbClr val="F0F6FC"/>
                </a:solidFill>
              </a:rPr>
              <a:t>같은</a:t>
            </a:r>
            <a:r>
              <a:rPr sz="2250" b="1" dirty="0">
                <a:solidFill>
                  <a:srgbClr val="F0F6FC"/>
                </a:solidFill>
              </a:rPr>
              <a:t> </a:t>
            </a:r>
            <a:r>
              <a:rPr sz="2250" b="1" dirty="0" err="1">
                <a:solidFill>
                  <a:srgbClr val="F0F6FC"/>
                </a:solidFill>
              </a:rPr>
              <a:t>순서로</a:t>
            </a:r>
            <a:r>
              <a:rPr sz="2250" b="1" dirty="0">
                <a:solidFill>
                  <a:srgbClr val="F0F6FC"/>
                </a:solidFill>
              </a:rPr>
              <a:t> </a:t>
            </a:r>
            <a:r>
              <a:rPr sz="2250" b="1" dirty="0" err="1">
                <a:solidFill>
                  <a:srgbClr val="F0F6FC"/>
                </a:solidFill>
              </a:rPr>
              <a:t>반복</a:t>
            </a:r>
            <a:endParaRPr sz="2250" b="1" dirty="0">
              <a:solidFill>
                <a:srgbClr val="F0F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90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F62003-799E-4094-90A8-E638591B0CB8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0969D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9E475E-B02C-433B-9322-94C59A1ADFB0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브랜치 이름은 작업 표지판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A5417-D8B3-456F-B153-F2382C0B7115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이름만 봐도 누가 무엇을 하는지 보여야 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DFBAAD-E2A5-4670-9309-9A2E87CF749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6FAE5D-C4F9-4C24-9283-70D627D40903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07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446985A-34F9-479B-8D89-335B3944E3ED}"/>
              </a:ext>
            </a:extLst>
          </p:cNvPr>
          <p:cNvSpPr>
            <a:spLocks noGrp="1"/>
          </p:cNvSpPr>
          <p:nvPr/>
        </p:nvSpPr>
        <p:spPr>
          <a:xfrm>
            <a:off x="1257300" y="2247900"/>
            <a:ext cx="96774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0F5781-3BF7-48D8-99B6-EA2FE0B693BD}"/>
              </a:ext>
            </a:extLst>
          </p:cNvPr>
          <p:cNvSpPr>
            <a:spLocks noGrp="1"/>
          </p:cNvSpPr>
          <p:nvPr/>
        </p:nvSpPr>
        <p:spPr>
          <a:xfrm>
            <a:off x="2190750" y="2647950"/>
            <a:ext cx="781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24292F"/>
                </a:solidFill>
              </a:defRPr>
            </a:pPr>
            <a:r>
              <a:rPr sz="3300" b="1">
                <a:solidFill>
                  <a:srgbClr val="24292F"/>
                </a:solidFill>
              </a:rPr>
              <a:t>type / name - task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2F9AF23-D425-4B71-9864-1909D4621133}"/>
              </a:ext>
            </a:extLst>
          </p:cNvPr>
          <p:cNvSpPr>
            <a:spLocks noGrp="1"/>
          </p:cNvSpPr>
          <p:nvPr/>
        </p:nvSpPr>
        <p:spPr>
          <a:xfrm>
            <a:off x="1466850" y="4038600"/>
            <a:ext cx="2743200" cy="952500"/>
          </a:xfrm>
          <a:prstGeom prst="roundRect">
            <a:avLst>
              <a:gd name="adj" fmla="val 12000"/>
            </a:avLst>
          </a:prstGeom>
          <a:solidFill>
            <a:srgbClr val="DAFBE1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959278-6F47-493C-A8AE-30B9A005DE69}"/>
              </a:ext>
            </a:extLst>
          </p:cNvPr>
          <p:cNvSpPr>
            <a:spLocks noGrp="1"/>
          </p:cNvSpPr>
          <p:nvPr/>
        </p:nvSpPr>
        <p:spPr>
          <a:xfrm>
            <a:off x="1733550" y="4229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DA44E"/>
                </a:solidFill>
              </a:defRPr>
            </a:pPr>
            <a:r>
              <a:rPr sz="1875" b="1">
                <a:solidFill>
                  <a:srgbClr val="2DA44E"/>
                </a:solidFill>
              </a:rPr>
              <a:t>feature/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3C3786-9740-4A73-8352-51DEE590CC47}"/>
              </a:ext>
            </a:extLst>
          </p:cNvPr>
          <p:cNvSpPr>
            <a:spLocks noGrp="1"/>
          </p:cNvSpPr>
          <p:nvPr/>
        </p:nvSpPr>
        <p:spPr>
          <a:xfrm>
            <a:off x="2952749" y="4248150"/>
            <a:ext cx="10344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4292F"/>
                </a:solidFill>
              </a:defRPr>
            </a:pPr>
            <a:r>
              <a:rPr sz="1575" b="0" dirty="0" err="1">
                <a:solidFill>
                  <a:srgbClr val="24292F"/>
                </a:solidFill>
              </a:rPr>
              <a:t>기능</a:t>
            </a:r>
            <a:r>
              <a:rPr sz="1575" b="0" dirty="0">
                <a:solidFill>
                  <a:srgbClr val="24292F"/>
                </a:solidFill>
              </a:rPr>
              <a:t> </a:t>
            </a:r>
            <a:r>
              <a:rPr sz="1575" b="0" dirty="0" err="1">
                <a:solidFill>
                  <a:srgbClr val="24292F"/>
                </a:solidFill>
              </a:rPr>
              <a:t>구현</a:t>
            </a:r>
            <a:endParaRPr sz="1575" b="0" dirty="0">
              <a:solidFill>
                <a:srgbClr val="24292F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2BBB1A6-BC42-459C-B218-3A97C536A101}"/>
              </a:ext>
            </a:extLst>
          </p:cNvPr>
          <p:cNvSpPr>
            <a:spLocks noGrp="1"/>
          </p:cNvSpPr>
          <p:nvPr/>
        </p:nvSpPr>
        <p:spPr>
          <a:xfrm>
            <a:off x="4648200" y="4038600"/>
            <a:ext cx="2743200" cy="952500"/>
          </a:xfrm>
          <a:prstGeom prst="roundRect">
            <a:avLst>
              <a:gd name="adj" fmla="val 12000"/>
            </a:avLst>
          </a:prstGeom>
          <a:solidFill>
            <a:srgbClr val="DDF4FF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A896E2-6AD1-473E-BF27-B2FBEF2EA4A9}"/>
              </a:ext>
            </a:extLst>
          </p:cNvPr>
          <p:cNvSpPr>
            <a:spLocks noGrp="1"/>
          </p:cNvSpPr>
          <p:nvPr/>
        </p:nvSpPr>
        <p:spPr>
          <a:xfrm>
            <a:off x="4914900" y="4229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969DA"/>
                </a:solidFill>
              </a:defRPr>
            </a:pPr>
            <a:r>
              <a:rPr sz="1875" b="1">
                <a:solidFill>
                  <a:srgbClr val="0969DA"/>
                </a:solidFill>
              </a:rPr>
              <a:t>docs/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CF4C93-DD24-4408-AA15-8E25C7CC739F}"/>
              </a:ext>
            </a:extLst>
          </p:cNvPr>
          <p:cNvSpPr>
            <a:spLocks noGrp="1"/>
          </p:cNvSpPr>
          <p:nvPr/>
        </p:nvSpPr>
        <p:spPr>
          <a:xfrm>
            <a:off x="6134099" y="4248150"/>
            <a:ext cx="104287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4292F"/>
                </a:solidFill>
              </a:defRPr>
            </a:pPr>
            <a:r>
              <a:rPr sz="1575" b="0" dirty="0" err="1">
                <a:solidFill>
                  <a:srgbClr val="24292F"/>
                </a:solidFill>
              </a:rPr>
              <a:t>문서</a:t>
            </a:r>
            <a:r>
              <a:rPr sz="1575" b="0" dirty="0">
                <a:solidFill>
                  <a:srgbClr val="24292F"/>
                </a:solidFill>
              </a:rPr>
              <a:t> </a:t>
            </a:r>
            <a:r>
              <a:rPr sz="1575" b="0" dirty="0" err="1">
                <a:solidFill>
                  <a:srgbClr val="24292F"/>
                </a:solidFill>
              </a:rPr>
              <a:t>작업</a:t>
            </a:r>
            <a:endParaRPr sz="1575" b="0" dirty="0">
              <a:solidFill>
                <a:srgbClr val="24292F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2E4A707-C822-4771-AA14-6249AF473A24}"/>
              </a:ext>
            </a:extLst>
          </p:cNvPr>
          <p:cNvSpPr>
            <a:spLocks noGrp="1"/>
          </p:cNvSpPr>
          <p:nvPr/>
        </p:nvSpPr>
        <p:spPr>
          <a:xfrm>
            <a:off x="7829550" y="4038600"/>
            <a:ext cx="2743200" cy="952500"/>
          </a:xfrm>
          <a:prstGeom prst="roundRect">
            <a:avLst>
              <a:gd name="adj" fmla="val 12000"/>
            </a:avLst>
          </a:prstGeom>
          <a:solidFill>
            <a:srgbClr val="FFEBE9"/>
          </a:solidFill>
          <a:ln w="1143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B1C3B5-767F-4948-B2D6-9418EF280400}"/>
              </a:ext>
            </a:extLst>
          </p:cNvPr>
          <p:cNvSpPr>
            <a:spLocks noGrp="1"/>
          </p:cNvSpPr>
          <p:nvPr/>
        </p:nvSpPr>
        <p:spPr>
          <a:xfrm>
            <a:off x="8096250" y="4229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F222E"/>
                </a:solidFill>
              </a:defRPr>
            </a:pPr>
            <a:r>
              <a:rPr sz="1875" b="1">
                <a:solidFill>
                  <a:srgbClr val="CF222E"/>
                </a:solidFill>
              </a:rPr>
              <a:t>fix/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6918B4-BCB7-46FD-A883-9CBDAF03065E}"/>
              </a:ext>
            </a:extLst>
          </p:cNvPr>
          <p:cNvSpPr>
            <a:spLocks noGrp="1"/>
          </p:cNvSpPr>
          <p:nvPr/>
        </p:nvSpPr>
        <p:spPr>
          <a:xfrm>
            <a:off x="9315449" y="4248150"/>
            <a:ext cx="114299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4292F"/>
                </a:solidFill>
              </a:defRPr>
            </a:pPr>
            <a:r>
              <a:rPr sz="1575" b="0" dirty="0" err="1">
                <a:solidFill>
                  <a:srgbClr val="24292F"/>
                </a:solidFill>
              </a:rPr>
              <a:t>버그</a:t>
            </a:r>
            <a:r>
              <a:rPr sz="1575" b="0" dirty="0">
                <a:solidFill>
                  <a:srgbClr val="24292F"/>
                </a:solidFill>
              </a:rPr>
              <a:t> </a:t>
            </a:r>
            <a:r>
              <a:rPr sz="1575" b="0" dirty="0" err="1">
                <a:solidFill>
                  <a:srgbClr val="24292F"/>
                </a:solidFill>
              </a:rPr>
              <a:t>수정</a:t>
            </a:r>
            <a:endParaRPr sz="1575" b="0" dirty="0">
              <a:solidFill>
                <a:srgbClr val="24292F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850210-22F3-4087-8B92-54576E6E689D}"/>
              </a:ext>
            </a:extLst>
          </p:cNvPr>
          <p:cNvSpPr>
            <a:spLocks noGrp="1"/>
          </p:cNvSpPr>
          <p:nvPr/>
        </p:nvSpPr>
        <p:spPr>
          <a:xfrm>
            <a:off x="2628900" y="5429250"/>
            <a:ext cx="693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969DA"/>
                </a:solidFill>
              </a:defRPr>
            </a:pPr>
            <a:r>
              <a:rPr sz="2250" b="1">
                <a:solidFill>
                  <a:srgbClr val="0969DA"/>
                </a:solidFill>
              </a:rPr>
              <a:t>예: feature/hyunkyum-login</a:t>
            </a:r>
          </a:p>
        </p:txBody>
      </p:sp>
    </p:spTree>
    <p:extLst>
      <p:ext uri="{BB962C8B-B14F-4D97-AF65-F5344CB8AC3E}">
        <p14:creationId xmlns:p14="http://schemas.microsoft.com/office/powerpoint/2010/main" val="212120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5632AC-9406-41D0-A893-2FA844E866A3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2DA44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4666D3-9449-4BEB-A05B-2851738A9874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commit은 작업 기록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78720E-F250-462D-B003-05DC6B0E4037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나중에 봐도 누가 무엇을 바꿨는지 알 수 있어야 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ABED9D-7F9C-493C-AD4D-DAB0B21A5CE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DF2028-58B2-4BCE-916B-7548288C5CCE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08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EC670FE-2420-43C5-BB47-4DB1794DAFF9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9982200" cy="27813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33428D-C781-4889-A63D-ECB62C820BF6}"/>
              </a:ext>
            </a:extLst>
          </p:cNvPr>
          <p:cNvSpPr>
            <a:spLocks noGrp="1"/>
          </p:cNvSpPr>
          <p:nvPr/>
        </p:nvSpPr>
        <p:spPr>
          <a:xfrm>
            <a:off x="1543050" y="27241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7606A"/>
                </a:solidFill>
              </a:defRPr>
            </a:pPr>
            <a:r>
              <a:rPr sz="1650" b="1">
                <a:solidFill>
                  <a:srgbClr val="57606A"/>
                </a:solidFill>
              </a:rPr>
              <a:t>제목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39C357-0367-4922-B323-2CE6E462DC9A}"/>
              </a:ext>
            </a:extLst>
          </p:cNvPr>
          <p:cNvSpPr>
            <a:spLocks noGrp="1"/>
          </p:cNvSpPr>
          <p:nvPr/>
        </p:nvSpPr>
        <p:spPr>
          <a:xfrm>
            <a:off x="2647950" y="266700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DA44E"/>
                </a:solidFill>
              </a:defRPr>
            </a:pPr>
            <a:r>
              <a:rPr sz="2700" b="1">
                <a:solidFill>
                  <a:srgbClr val="2DA44E"/>
                </a:solidFill>
              </a:rPr>
              <a:t>현겸작업: 로그인 화면 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775D41-D970-4D09-BA36-6A3A5D5052AA}"/>
              </a:ext>
            </a:extLst>
          </p:cNvPr>
          <p:cNvSpPr>
            <a:spLocks noGrp="1"/>
          </p:cNvSpPr>
          <p:nvPr/>
        </p:nvSpPr>
        <p:spPr>
          <a:xfrm>
            <a:off x="1543050" y="3390900"/>
            <a:ext cx="9105900" cy="13335"/>
          </a:xfrm>
          <a:prstGeom prst="rect">
            <a:avLst/>
          </a:prstGeom>
          <a:solidFill>
            <a:srgbClr val="D0D7D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A2E16E-C7A9-4860-B3B3-250A5456CEC1}"/>
              </a:ext>
            </a:extLst>
          </p:cNvPr>
          <p:cNvSpPr>
            <a:spLocks noGrp="1"/>
          </p:cNvSpPr>
          <p:nvPr/>
        </p:nvSpPr>
        <p:spPr>
          <a:xfrm>
            <a:off x="1543050" y="37338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7606A"/>
                </a:solidFill>
              </a:defRPr>
            </a:pPr>
            <a:r>
              <a:rPr sz="1650" b="1">
                <a:solidFill>
                  <a:srgbClr val="57606A"/>
                </a:solidFill>
              </a:rPr>
              <a:t>description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23BCC8-194B-4CE7-A851-32730D4FE627}"/>
              </a:ext>
            </a:extLst>
          </p:cNvPr>
          <p:cNvSpPr>
            <a:spLocks noGrp="1"/>
          </p:cNvSpPr>
          <p:nvPr/>
        </p:nvSpPr>
        <p:spPr>
          <a:xfrm>
            <a:off x="3181350" y="3714750"/>
            <a:ext cx="5429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24292F"/>
                </a:solidFill>
              </a:defRPr>
            </a:pPr>
            <a:r>
              <a:rPr sz="1800" b="0">
                <a:solidFill>
                  <a:srgbClr val="24292F"/>
                </a:solidFill>
              </a:rPr>
              <a:t>1. 로그인 버튼 위치 조정</a:t>
            </a:r>
          </a:p>
          <a:p>
            <a:pPr algn="l">
              <a:defRPr sz="1800" b="0">
                <a:solidFill>
                  <a:srgbClr val="24292F"/>
                </a:solidFill>
              </a:defRPr>
            </a:pPr>
            <a:r>
              <a:rPr sz="1800" b="0">
                <a:solidFill>
                  <a:srgbClr val="24292F"/>
                </a:solidFill>
              </a:rPr>
              <a:t>2. 비밀번호 오류 문구 수정</a:t>
            </a:r>
          </a:p>
          <a:p>
            <a:pPr algn="l">
              <a:defRPr sz="1800" b="0">
                <a:solidFill>
                  <a:srgbClr val="24292F"/>
                </a:solidFill>
              </a:defRPr>
            </a:pPr>
            <a:r>
              <a:rPr sz="1800" b="0">
                <a:solidFill>
                  <a:srgbClr val="24292F"/>
                </a:solidFill>
              </a:rPr>
              <a:t>3. 헤더 링크 경로 확인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DEEC9AF-DC4B-4EE5-A63D-5C570013B9DC}"/>
              </a:ext>
            </a:extLst>
          </p:cNvPr>
          <p:cNvSpPr>
            <a:spLocks noGrp="1"/>
          </p:cNvSpPr>
          <p:nvPr/>
        </p:nvSpPr>
        <p:spPr>
          <a:xfrm>
            <a:off x="8267700" y="3695700"/>
            <a:ext cx="1981200" cy="704850"/>
          </a:xfrm>
          <a:prstGeom prst="roundRect">
            <a:avLst>
              <a:gd name="adj" fmla="val 16216"/>
            </a:avLst>
          </a:prstGeom>
          <a:solidFill>
            <a:srgbClr val="DAFBE1"/>
          </a:solidFill>
          <a:ln w="11430">
            <a:solidFill>
              <a:srgbClr val="9BE9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418F0D-53FD-45C1-8372-A13BD947DF58}"/>
              </a:ext>
            </a:extLst>
          </p:cNvPr>
          <p:cNvSpPr>
            <a:spLocks noGrp="1"/>
          </p:cNvSpPr>
          <p:nvPr/>
        </p:nvSpPr>
        <p:spPr>
          <a:xfrm>
            <a:off x="8515350" y="382905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DA44E"/>
                </a:solidFill>
              </a:defRPr>
            </a:pPr>
            <a:r>
              <a:rPr sz="1725" b="1">
                <a:solidFill>
                  <a:srgbClr val="2DA44E"/>
                </a:solidFill>
              </a:rPr>
              <a:t>작게, 자주,</a:t>
            </a:r>
          </a:p>
          <a:p>
            <a:pPr algn="ctr">
              <a:defRPr sz="1725" b="1">
                <a:solidFill>
                  <a:srgbClr val="2DA44E"/>
                </a:solidFill>
              </a:defRPr>
            </a:pPr>
            <a:r>
              <a:rPr sz="1725" b="1">
                <a:solidFill>
                  <a:srgbClr val="2DA44E"/>
                </a:solidFill>
              </a:rPr>
              <a:t>의미 있게</a:t>
            </a:r>
          </a:p>
        </p:txBody>
      </p:sp>
    </p:spTree>
    <p:extLst>
      <p:ext uri="{BB962C8B-B14F-4D97-AF65-F5344CB8AC3E}">
        <p14:creationId xmlns:p14="http://schemas.microsoft.com/office/powerpoint/2010/main" val="133556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BB99E6-F669-49C1-84C9-8ECB44B84F76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D2992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BCCBE1-6A08-4B64-B5A2-E2DB25EE746A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0F6FC"/>
                </a:solidFill>
              </a:defRPr>
            </a:pPr>
            <a:r>
              <a:rPr sz="3150" b="1">
                <a:solidFill>
                  <a:srgbClr val="F0F6FC"/>
                </a:solidFill>
              </a:rPr>
              <a:t>작업 중에는 이 루프만 반복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74E3E8-496C-4D35-9C83-7F5492A5455F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완성될 때까지 내 branch 안에서 저장하고 올린다.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64E468-12C8-4060-B158-DD27B297493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rPr sz="900" b="0">
                <a:solidFill>
                  <a:srgbClr val="8B949E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347118-D9C1-4D10-9CD6-94B80F772124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49E"/>
                </a:solidFill>
              </a:defRPr>
            </a:pPr>
            <a:r>
              <a:rPr sz="900" b="1">
                <a:solidFill>
                  <a:srgbClr val="8B949E"/>
                </a:solidFill>
              </a:rPr>
              <a:t>09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167AE94-957B-4FE0-8DA5-98DBC8B6B633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2076450" cy="144780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66D6FE0-B6D5-404C-8724-CEEC6B57EEA3}"/>
              </a:ext>
            </a:extLst>
          </p:cNvPr>
          <p:cNvSpPr>
            <a:spLocks noGrp="1"/>
          </p:cNvSpPr>
          <p:nvPr/>
        </p:nvSpPr>
        <p:spPr>
          <a:xfrm>
            <a:off x="1943100" y="22669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143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F7CAB0-EF4E-4A19-9A9E-0374EF4AA608}"/>
              </a:ext>
            </a:extLst>
          </p:cNvPr>
          <p:cNvSpPr>
            <a:spLocks noGrp="1"/>
          </p:cNvSpPr>
          <p:nvPr/>
        </p:nvSpPr>
        <p:spPr>
          <a:xfrm>
            <a:off x="1943100" y="23622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367978-5FF5-4C25-B36D-5CA8876922BA}"/>
              </a:ext>
            </a:extLst>
          </p:cNvPr>
          <p:cNvSpPr>
            <a:spLocks noGrp="1"/>
          </p:cNvSpPr>
          <p:nvPr/>
        </p:nvSpPr>
        <p:spPr>
          <a:xfrm>
            <a:off x="1390650" y="29908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8A6FF"/>
                </a:solidFill>
              </a:defRPr>
            </a:pPr>
            <a:r>
              <a:rPr sz="2100" b="1">
                <a:solidFill>
                  <a:srgbClr val="58A6FF"/>
                </a:solidFill>
              </a:rPr>
              <a:t>work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66F433-3E53-4287-A533-DAF0A2368948}"/>
              </a:ext>
            </a:extLst>
          </p:cNvPr>
          <p:cNvSpPr>
            <a:spLocks noGrp="1"/>
          </p:cNvSpPr>
          <p:nvPr/>
        </p:nvSpPr>
        <p:spPr>
          <a:xfrm>
            <a:off x="1371600" y="3505200"/>
            <a:ext cx="1543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F0F6FC"/>
                </a:solidFill>
              </a:defRPr>
            </a:pPr>
            <a:r>
              <a:rPr sz="1425" b="0">
                <a:solidFill>
                  <a:srgbClr val="F0F6FC"/>
                </a:solidFill>
              </a:rPr>
              <a:t>담당 범위 작업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6BC69DE-48A8-464B-999E-0C30851626F0}"/>
              </a:ext>
            </a:extLst>
          </p:cNvPr>
          <p:cNvSpPr>
            <a:spLocks noGrp="1"/>
          </p:cNvSpPr>
          <p:nvPr/>
        </p:nvSpPr>
        <p:spPr>
          <a:xfrm>
            <a:off x="3810000" y="2647950"/>
            <a:ext cx="2076450" cy="144780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5A3F97E-D13E-46E6-A3F7-928DB1BB5C32}"/>
              </a:ext>
            </a:extLst>
          </p:cNvPr>
          <p:cNvSpPr>
            <a:spLocks noGrp="1"/>
          </p:cNvSpPr>
          <p:nvPr/>
        </p:nvSpPr>
        <p:spPr>
          <a:xfrm>
            <a:off x="4648200" y="22669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9FC0F8-BD27-4648-ACB6-897AF1D88CC1}"/>
              </a:ext>
            </a:extLst>
          </p:cNvPr>
          <p:cNvSpPr>
            <a:spLocks noGrp="1"/>
          </p:cNvSpPr>
          <p:nvPr/>
        </p:nvSpPr>
        <p:spPr>
          <a:xfrm>
            <a:off x="4648200" y="23622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707D11-F8DB-4707-8027-64B102E56EC1}"/>
              </a:ext>
            </a:extLst>
          </p:cNvPr>
          <p:cNvSpPr>
            <a:spLocks noGrp="1"/>
          </p:cNvSpPr>
          <p:nvPr/>
        </p:nvSpPr>
        <p:spPr>
          <a:xfrm>
            <a:off x="4095750" y="29908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3FB950"/>
                </a:solidFill>
              </a:defRPr>
            </a:pPr>
            <a:r>
              <a:rPr sz="2100" b="1">
                <a:solidFill>
                  <a:srgbClr val="3FB950"/>
                </a:solidFill>
              </a:rPr>
              <a:t>commit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A9C834-90C9-41D0-A9FA-A468FCC156DC}"/>
              </a:ext>
            </a:extLst>
          </p:cNvPr>
          <p:cNvSpPr>
            <a:spLocks noGrp="1"/>
          </p:cNvSpPr>
          <p:nvPr/>
        </p:nvSpPr>
        <p:spPr>
          <a:xfrm>
            <a:off x="4076700" y="3505200"/>
            <a:ext cx="1543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F0F6FC"/>
                </a:solidFill>
              </a:defRPr>
            </a:pPr>
            <a:r>
              <a:rPr sz="1425" b="0">
                <a:solidFill>
                  <a:srgbClr val="F0F6FC"/>
                </a:solidFill>
              </a:rPr>
              <a:t>작업 기록 저장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3B7480F-0FBD-492D-8AE5-7342D74B868A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2076450" cy="144780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8EC284B-4090-4B0D-878F-6E87F8832BAC}"/>
              </a:ext>
            </a:extLst>
          </p:cNvPr>
          <p:cNvSpPr>
            <a:spLocks noGrp="1"/>
          </p:cNvSpPr>
          <p:nvPr/>
        </p:nvSpPr>
        <p:spPr>
          <a:xfrm>
            <a:off x="7353300" y="22669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25337B-F7ED-4058-B1BF-D77F531F06DF}"/>
              </a:ext>
            </a:extLst>
          </p:cNvPr>
          <p:cNvSpPr>
            <a:spLocks noGrp="1"/>
          </p:cNvSpPr>
          <p:nvPr/>
        </p:nvSpPr>
        <p:spPr>
          <a:xfrm>
            <a:off x="7353300" y="23622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rPr sz="1200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31E4F-CFEA-4B8E-AB67-435FF084DACA}"/>
              </a:ext>
            </a:extLst>
          </p:cNvPr>
          <p:cNvSpPr>
            <a:spLocks noGrp="1"/>
          </p:cNvSpPr>
          <p:nvPr/>
        </p:nvSpPr>
        <p:spPr>
          <a:xfrm>
            <a:off x="6800850" y="29908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29922"/>
                </a:solidFill>
              </a:defRPr>
            </a:pPr>
            <a:r>
              <a:rPr sz="2100" b="1">
                <a:solidFill>
                  <a:srgbClr val="D29922"/>
                </a:solidFill>
              </a:rPr>
              <a:t>push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7E4992-1DA3-4D66-8139-1F69E5EB663F}"/>
              </a:ext>
            </a:extLst>
          </p:cNvPr>
          <p:cNvSpPr>
            <a:spLocks noGrp="1"/>
          </p:cNvSpPr>
          <p:nvPr/>
        </p:nvSpPr>
        <p:spPr>
          <a:xfrm>
            <a:off x="6648450" y="35052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F0F6FC"/>
                </a:solidFill>
              </a:defRPr>
            </a:pPr>
            <a:r>
              <a:rPr sz="1425" b="0" dirty="0" err="1">
                <a:solidFill>
                  <a:srgbClr val="F0F6FC"/>
                </a:solidFill>
              </a:rPr>
              <a:t>내</a:t>
            </a:r>
            <a:r>
              <a:rPr sz="1425" b="0" dirty="0">
                <a:solidFill>
                  <a:srgbClr val="F0F6FC"/>
                </a:solidFill>
              </a:rPr>
              <a:t> </a:t>
            </a:r>
            <a:r>
              <a:rPr sz="1425" b="0" dirty="0" err="1">
                <a:solidFill>
                  <a:srgbClr val="F0F6FC"/>
                </a:solidFill>
              </a:rPr>
              <a:t>branch에</a:t>
            </a:r>
            <a:r>
              <a:rPr sz="1425" b="0" dirty="0">
                <a:solidFill>
                  <a:srgbClr val="F0F6FC"/>
                </a:solidFill>
              </a:rPr>
              <a:t> </a:t>
            </a:r>
            <a:r>
              <a:rPr sz="1425" b="0" dirty="0" err="1">
                <a:solidFill>
                  <a:srgbClr val="F0F6FC"/>
                </a:solidFill>
              </a:rPr>
              <a:t>업로드</a:t>
            </a:r>
            <a:endParaRPr sz="1425" b="0" dirty="0">
              <a:solidFill>
                <a:srgbClr val="F0F6FC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DD978F7-A148-466B-8B30-6F375C59FAB2}"/>
              </a:ext>
            </a:extLst>
          </p:cNvPr>
          <p:cNvSpPr>
            <a:spLocks noGrp="1"/>
          </p:cNvSpPr>
          <p:nvPr/>
        </p:nvSpPr>
        <p:spPr>
          <a:xfrm>
            <a:off x="9220200" y="2647950"/>
            <a:ext cx="2076450" cy="1447800"/>
          </a:xfrm>
          <a:prstGeom prst="roundRect">
            <a:avLst>
              <a:gd name="adj" fmla="val 10526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5025C23F-6EA5-4C5D-9C7A-F923C50C7E9B}"/>
              </a:ext>
            </a:extLst>
          </p:cNvPr>
          <p:cNvSpPr>
            <a:spLocks noGrp="1"/>
          </p:cNvSpPr>
          <p:nvPr/>
        </p:nvSpPr>
        <p:spPr>
          <a:xfrm>
            <a:off x="10058400" y="22669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F1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7A7B7E-87DD-4DE9-99FB-225EA73C90AF}"/>
              </a:ext>
            </a:extLst>
          </p:cNvPr>
          <p:cNvSpPr>
            <a:spLocks noGrp="1"/>
          </p:cNvSpPr>
          <p:nvPr/>
        </p:nvSpPr>
        <p:spPr>
          <a:xfrm>
            <a:off x="10058400" y="23622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BF573A-6EE9-464D-9ADE-71846358C689}"/>
              </a:ext>
            </a:extLst>
          </p:cNvPr>
          <p:cNvSpPr>
            <a:spLocks noGrp="1"/>
          </p:cNvSpPr>
          <p:nvPr/>
        </p:nvSpPr>
        <p:spPr>
          <a:xfrm>
            <a:off x="9505950" y="29908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1E5FF"/>
                </a:solidFill>
              </a:defRPr>
            </a:pPr>
            <a:r>
              <a:rPr sz="2100" b="1">
                <a:solidFill>
                  <a:srgbClr val="F1E5FF"/>
                </a:solidFill>
              </a:rPr>
              <a:t>repeat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A46062-6932-490F-A29A-AC5D6BB4EC1B}"/>
              </a:ext>
            </a:extLst>
          </p:cNvPr>
          <p:cNvSpPr>
            <a:spLocks noGrp="1"/>
          </p:cNvSpPr>
          <p:nvPr/>
        </p:nvSpPr>
        <p:spPr>
          <a:xfrm>
            <a:off x="9486900" y="3505200"/>
            <a:ext cx="1543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F0F6FC"/>
                </a:solidFill>
              </a:defRPr>
            </a:pPr>
            <a:r>
              <a:rPr sz="1425" b="0">
                <a:solidFill>
                  <a:srgbClr val="F0F6FC"/>
                </a:solidFill>
              </a:rPr>
              <a:t>완성까지 반복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30EECB-C510-43E8-AAC3-9EA9ED295C31}"/>
              </a:ext>
            </a:extLst>
          </p:cNvPr>
          <p:cNvSpPr>
            <a:spLocks noGrp="1"/>
          </p:cNvSpPr>
          <p:nvPr/>
        </p:nvSpPr>
        <p:spPr>
          <a:xfrm>
            <a:off x="2190750" y="497205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0F6FC"/>
                </a:solidFill>
              </a:defRPr>
            </a:pPr>
            <a:r>
              <a:rPr sz="2100" b="1">
                <a:solidFill>
                  <a:srgbClr val="F0F6FC"/>
                </a:solidFill>
              </a:rPr>
              <a:t>주의: push는 내 branch에만 한다.</a:t>
            </a:r>
          </a:p>
        </p:txBody>
      </p:sp>
    </p:spTree>
    <p:extLst>
      <p:ext uri="{BB962C8B-B14F-4D97-AF65-F5344CB8AC3E}">
        <p14:creationId xmlns:p14="http://schemas.microsoft.com/office/powerpoint/2010/main" val="86390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01CB14-CDF1-49B5-873E-E31965CCEAC1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8250D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E12D08-0FF1-4B20-8E2D-1EE373F4B39E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PR은 합치기 요청서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8471FD-56D3-448F-BE9C-C5F4E308CBCC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내 브랜치가 완성되면 팀장에게 확인을 요청한다.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B0DB9D-D860-478D-AD64-923339745EE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4854FD-DADE-4CD7-96CD-556AE0D9189F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10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66632C4-81BC-4C88-9A2A-215A377884FA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457200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1430">
            <a:solidFill>
              <a:srgbClr val="D0D7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B38362-B81F-4EDD-A4E2-CBAA06A572B2}"/>
              </a:ext>
            </a:extLst>
          </p:cNvPr>
          <p:cNvSpPr>
            <a:spLocks noGrp="1"/>
          </p:cNvSpPr>
          <p:nvPr/>
        </p:nvSpPr>
        <p:spPr>
          <a:xfrm>
            <a:off x="1409700" y="2571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4292F"/>
                </a:solidFill>
              </a:defRPr>
            </a:pPr>
            <a:r>
              <a:rPr sz="2100" b="1">
                <a:solidFill>
                  <a:srgbClr val="24292F"/>
                </a:solidFill>
              </a:rPr>
              <a:t>PR 보내기 전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952AAAB-08B6-4449-A0FC-8B4B48167E7C}"/>
              </a:ext>
            </a:extLst>
          </p:cNvPr>
          <p:cNvSpPr>
            <a:spLocks noGrp="1"/>
          </p:cNvSpPr>
          <p:nvPr/>
        </p:nvSpPr>
        <p:spPr>
          <a:xfrm>
            <a:off x="1428750" y="327660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00A77-C52F-471D-BEA5-04FB177CDF27}"/>
              </a:ext>
            </a:extLst>
          </p:cNvPr>
          <p:cNvSpPr>
            <a:spLocks noGrp="1"/>
          </p:cNvSpPr>
          <p:nvPr/>
        </p:nvSpPr>
        <p:spPr>
          <a:xfrm>
            <a:off x="1676400" y="3181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4292F"/>
                </a:solidFill>
              </a:defRPr>
            </a:pPr>
            <a:r>
              <a:rPr sz="1575" b="1">
                <a:solidFill>
                  <a:srgbClr val="24292F"/>
                </a:solidFill>
              </a:rPr>
              <a:t>push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615EF4-D875-4A16-9AEB-106CB787560C}"/>
              </a:ext>
            </a:extLst>
          </p:cNvPr>
          <p:cNvSpPr>
            <a:spLocks noGrp="1"/>
          </p:cNvSpPr>
          <p:nvPr/>
        </p:nvSpPr>
        <p:spPr>
          <a:xfrm>
            <a:off x="3600450" y="32004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606A"/>
                </a:solidFill>
              </a:defRPr>
            </a:pPr>
            <a:r>
              <a:rPr sz="1350" b="0">
                <a:solidFill>
                  <a:srgbClr val="57606A"/>
                </a:solidFill>
              </a:rPr>
              <a:t>commit 업로드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DEDA102-0736-4833-A690-981F3F75784B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143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94EAC2-9A87-46BC-A2D6-0FF9574C138B}"/>
              </a:ext>
            </a:extLst>
          </p:cNvPr>
          <p:cNvSpPr>
            <a:spLocks noGrp="1"/>
          </p:cNvSpPr>
          <p:nvPr/>
        </p:nvSpPr>
        <p:spPr>
          <a:xfrm>
            <a:off x="167640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4292F"/>
                </a:solidFill>
              </a:defRPr>
            </a:pPr>
            <a:r>
              <a:rPr sz="1575" b="1">
                <a:solidFill>
                  <a:srgbClr val="24292F"/>
                </a:solidFill>
              </a:rPr>
              <a:t>목적 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F9527C-983A-4857-9457-38B2DD6DCB02}"/>
              </a:ext>
            </a:extLst>
          </p:cNvPr>
          <p:cNvSpPr>
            <a:spLocks noGrp="1"/>
          </p:cNvSpPr>
          <p:nvPr/>
        </p:nvSpPr>
        <p:spPr>
          <a:xfrm>
            <a:off x="3600449" y="37242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606A"/>
                </a:solidFill>
              </a:defRPr>
            </a:pPr>
            <a:r>
              <a:rPr sz="1350" b="0" dirty="0" err="1">
                <a:solidFill>
                  <a:srgbClr val="57606A"/>
                </a:solidFill>
              </a:rPr>
              <a:t>브랜치</a:t>
            </a:r>
            <a:r>
              <a:rPr sz="1350" b="0" dirty="0">
                <a:solidFill>
                  <a:srgbClr val="57606A"/>
                </a:solidFill>
              </a:rPr>
              <a:t> </a:t>
            </a:r>
            <a:r>
              <a:rPr sz="1350" b="0" dirty="0" err="1">
                <a:solidFill>
                  <a:srgbClr val="57606A"/>
                </a:solidFill>
              </a:rPr>
              <a:t>작업</a:t>
            </a:r>
            <a:r>
              <a:rPr sz="1350" b="0" dirty="0">
                <a:solidFill>
                  <a:srgbClr val="57606A"/>
                </a:solidFill>
              </a:rPr>
              <a:t> </a:t>
            </a:r>
            <a:r>
              <a:rPr sz="1350" b="0" dirty="0" err="1">
                <a:solidFill>
                  <a:srgbClr val="57606A"/>
                </a:solidFill>
              </a:rPr>
              <a:t>완료</a:t>
            </a:r>
            <a:endParaRPr sz="1350" b="0" dirty="0">
              <a:solidFill>
                <a:srgbClr val="57606A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09448E8-A5C5-406D-9830-AB5AF0612E69}"/>
              </a:ext>
            </a:extLst>
          </p:cNvPr>
          <p:cNvSpPr>
            <a:spLocks noGrp="1"/>
          </p:cNvSpPr>
          <p:nvPr/>
        </p:nvSpPr>
        <p:spPr>
          <a:xfrm>
            <a:off x="1428750" y="430530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143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7DF26A-7A15-4839-9448-263F7F6F3A84}"/>
              </a:ext>
            </a:extLst>
          </p:cNvPr>
          <p:cNvSpPr>
            <a:spLocks noGrp="1"/>
          </p:cNvSpPr>
          <p:nvPr/>
        </p:nvSpPr>
        <p:spPr>
          <a:xfrm>
            <a:off x="1676400" y="42100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4292F"/>
                </a:solidFill>
              </a:defRPr>
            </a:pPr>
            <a:r>
              <a:rPr sz="1575" b="1">
                <a:solidFill>
                  <a:srgbClr val="24292F"/>
                </a:solidFill>
              </a:rPr>
              <a:t>충돌 공유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580F62-F2DE-46A2-86FF-F51FB776D6EC}"/>
              </a:ext>
            </a:extLst>
          </p:cNvPr>
          <p:cNvSpPr>
            <a:spLocks noGrp="1"/>
          </p:cNvSpPr>
          <p:nvPr/>
        </p:nvSpPr>
        <p:spPr>
          <a:xfrm>
            <a:off x="3600449" y="4219575"/>
            <a:ext cx="152399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606A"/>
                </a:solidFill>
              </a:defRPr>
            </a:pPr>
            <a:r>
              <a:rPr sz="1350" b="0" dirty="0" err="1">
                <a:solidFill>
                  <a:srgbClr val="57606A"/>
                </a:solidFill>
              </a:rPr>
              <a:t>보이면</a:t>
            </a:r>
            <a:r>
              <a:rPr sz="1350" b="0" dirty="0">
                <a:solidFill>
                  <a:srgbClr val="57606A"/>
                </a:solidFill>
              </a:rPr>
              <a:t> </a:t>
            </a:r>
            <a:r>
              <a:rPr sz="1350" b="0" dirty="0" err="1">
                <a:solidFill>
                  <a:srgbClr val="57606A"/>
                </a:solidFill>
              </a:rPr>
              <a:t>먼저</a:t>
            </a:r>
            <a:r>
              <a:rPr sz="1350" b="0" dirty="0">
                <a:solidFill>
                  <a:srgbClr val="57606A"/>
                </a:solidFill>
              </a:rPr>
              <a:t> </a:t>
            </a:r>
            <a:r>
              <a:rPr sz="1350" b="0" dirty="0" err="1">
                <a:solidFill>
                  <a:srgbClr val="57606A"/>
                </a:solidFill>
              </a:rPr>
              <a:t>알림</a:t>
            </a:r>
            <a:endParaRPr sz="1350" b="0" dirty="0">
              <a:solidFill>
                <a:srgbClr val="57606A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2757DD84-11D3-4FF4-9007-B1AC57BF62F2}"/>
              </a:ext>
            </a:extLst>
          </p:cNvPr>
          <p:cNvSpPr>
            <a:spLocks noGrp="1"/>
          </p:cNvSpPr>
          <p:nvPr/>
        </p:nvSpPr>
        <p:spPr>
          <a:xfrm>
            <a:off x="6591300" y="2190750"/>
            <a:ext cx="4572000" cy="314325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99F31B-C5C9-48D8-B31F-49CE73B71DC8}"/>
              </a:ext>
            </a:extLst>
          </p:cNvPr>
          <p:cNvSpPr>
            <a:spLocks noGrp="1"/>
          </p:cNvSpPr>
          <p:nvPr/>
        </p:nvSpPr>
        <p:spPr>
          <a:xfrm>
            <a:off x="6972300" y="2571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0F6FC"/>
                </a:solidFill>
              </a:defRPr>
            </a:pPr>
            <a:r>
              <a:rPr sz="2100" b="1">
                <a:solidFill>
                  <a:srgbClr val="F0F6FC"/>
                </a:solidFill>
              </a:rPr>
              <a:t>팀장 검수 후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1ABCD61-567C-44B2-BCA4-D213219CA9B4}"/>
              </a:ext>
            </a:extLst>
          </p:cNvPr>
          <p:cNvSpPr>
            <a:spLocks noGrp="1"/>
          </p:cNvSpPr>
          <p:nvPr/>
        </p:nvSpPr>
        <p:spPr>
          <a:xfrm>
            <a:off x="6991350" y="327660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40AE11-326A-45BB-9C7C-4F8CC85B7542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충돌 확인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FCE400-16F5-4726-AC44-7E006F98AB2E}"/>
              </a:ext>
            </a:extLst>
          </p:cNvPr>
          <p:cNvSpPr>
            <a:spLocks noGrp="1"/>
          </p:cNvSpPr>
          <p:nvPr/>
        </p:nvSpPr>
        <p:spPr>
          <a:xfrm>
            <a:off x="9163050" y="3200399"/>
            <a:ext cx="1352550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8B949E"/>
                </a:solidFill>
              </a:defRPr>
            </a:pPr>
            <a:r>
              <a:rPr sz="1350" b="0" dirty="0" err="1">
                <a:solidFill>
                  <a:srgbClr val="8B949E"/>
                </a:solidFill>
              </a:rPr>
              <a:t>겹친</a:t>
            </a:r>
            <a:r>
              <a:rPr sz="1350" b="0" dirty="0">
                <a:solidFill>
                  <a:srgbClr val="8B949E"/>
                </a:solidFill>
              </a:rPr>
              <a:t> </a:t>
            </a:r>
            <a:r>
              <a:rPr sz="1350" b="0" dirty="0" err="1">
                <a:solidFill>
                  <a:srgbClr val="8B949E"/>
                </a:solidFill>
              </a:rPr>
              <a:t>변경</a:t>
            </a:r>
            <a:r>
              <a:rPr sz="1350" b="0" dirty="0">
                <a:solidFill>
                  <a:srgbClr val="8B949E"/>
                </a:solidFill>
              </a:rPr>
              <a:t> </a:t>
            </a:r>
            <a:r>
              <a:rPr sz="1350" b="0" dirty="0" err="1">
                <a:solidFill>
                  <a:srgbClr val="8B949E"/>
                </a:solidFill>
              </a:rPr>
              <a:t>점검</a:t>
            </a:r>
            <a:endParaRPr sz="1350" b="0" dirty="0">
              <a:solidFill>
                <a:srgbClr val="8B949E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2ED7C91-FDEA-4EDA-98C0-25B88B54182D}"/>
              </a:ext>
            </a:extLst>
          </p:cNvPr>
          <p:cNvSpPr>
            <a:spLocks noGrp="1"/>
          </p:cNvSpPr>
          <p:nvPr/>
        </p:nvSpPr>
        <p:spPr>
          <a:xfrm>
            <a:off x="6991350" y="379095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5C1D2B-253F-49DC-AC10-1043104880CD}"/>
              </a:ext>
            </a:extLst>
          </p:cNvPr>
          <p:cNvSpPr>
            <a:spLocks noGrp="1"/>
          </p:cNvSpPr>
          <p:nvPr/>
        </p:nvSpPr>
        <p:spPr>
          <a:xfrm>
            <a:off x="723900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merge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5EC2EF-2D54-4EF7-B30F-B5237D941910}"/>
              </a:ext>
            </a:extLst>
          </p:cNvPr>
          <p:cNvSpPr>
            <a:spLocks noGrp="1"/>
          </p:cNvSpPr>
          <p:nvPr/>
        </p:nvSpPr>
        <p:spPr>
          <a:xfrm>
            <a:off x="9163050" y="3714750"/>
            <a:ext cx="1352550" cy="1904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8B949E"/>
                </a:solidFill>
              </a:defRPr>
            </a:pPr>
            <a:r>
              <a:rPr sz="1350" b="0" dirty="0" err="1">
                <a:solidFill>
                  <a:srgbClr val="8B949E"/>
                </a:solidFill>
              </a:rPr>
              <a:t>develop에</a:t>
            </a:r>
            <a:r>
              <a:rPr sz="1350" b="0" dirty="0">
                <a:solidFill>
                  <a:srgbClr val="8B949E"/>
                </a:solidFill>
              </a:rPr>
              <a:t> </a:t>
            </a:r>
            <a:r>
              <a:rPr sz="1350" b="0" dirty="0" err="1">
                <a:solidFill>
                  <a:srgbClr val="8B949E"/>
                </a:solidFill>
              </a:rPr>
              <a:t>반영</a:t>
            </a:r>
            <a:endParaRPr sz="1350" b="0" dirty="0">
              <a:solidFill>
                <a:srgbClr val="8B949E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F401407C-F4F7-4AC2-A0C8-D3E43BDB7EF2}"/>
              </a:ext>
            </a:extLst>
          </p:cNvPr>
          <p:cNvSpPr>
            <a:spLocks noGrp="1"/>
          </p:cNvSpPr>
          <p:nvPr/>
        </p:nvSpPr>
        <p:spPr>
          <a:xfrm>
            <a:off x="6991350" y="4305300"/>
            <a:ext cx="104775" cy="104775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F1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8A5EDF6-3716-4D52-AF3C-45378E1EFC16}"/>
              </a:ext>
            </a:extLst>
          </p:cNvPr>
          <p:cNvSpPr>
            <a:spLocks noGrp="1"/>
          </p:cNvSpPr>
          <p:nvPr/>
        </p:nvSpPr>
        <p:spPr>
          <a:xfrm>
            <a:off x="7239000" y="42100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정리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7C146F-1F2C-443F-B777-BEE0C1AC1B4C}"/>
              </a:ext>
            </a:extLst>
          </p:cNvPr>
          <p:cNvSpPr>
            <a:spLocks noGrp="1"/>
          </p:cNvSpPr>
          <p:nvPr/>
        </p:nvSpPr>
        <p:spPr>
          <a:xfrm>
            <a:off x="9163050" y="4229100"/>
            <a:ext cx="1600200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8B949E"/>
                </a:solidFill>
              </a:defRPr>
            </a:pPr>
            <a:r>
              <a:rPr sz="1350" b="0" dirty="0" err="1">
                <a:solidFill>
                  <a:srgbClr val="8B949E"/>
                </a:solidFill>
              </a:rPr>
              <a:t>완료</a:t>
            </a:r>
            <a:r>
              <a:rPr sz="1350" b="0" dirty="0">
                <a:solidFill>
                  <a:srgbClr val="8B949E"/>
                </a:solidFill>
              </a:rPr>
              <a:t> branch </a:t>
            </a:r>
            <a:r>
              <a:rPr sz="1350" b="0" dirty="0" err="1">
                <a:solidFill>
                  <a:srgbClr val="8B949E"/>
                </a:solidFill>
              </a:rPr>
              <a:t>삭제</a:t>
            </a:r>
            <a:endParaRPr sz="1350" b="0" dirty="0">
              <a:solidFill>
                <a:srgbClr val="8B949E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05256C-7081-43AB-B94D-FD63193AECFB}"/>
              </a:ext>
            </a:extLst>
          </p:cNvPr>
          <p:cNvSpPr>
            <a:spLocks noGrp="1"/>
          </p:cNvSpPr>
          <p:nvPr/>
        </p:nvSpPr>
        <p:spPr>
          <a:xfrm>
            <a:off x="5848350" y="3657600"/>
            <a:ext cx="495300" cy="38100"/>
          </a:xfrm>
          <a:prstGeom prst="rect">
            <a:avLst/>
          </a:prstGeom>
          <a:solidFill>
            <a:srgbClr val="D0D7D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585635-908F-4F92-8DE8-5F91B5F4FC5F}"/>
              </a:ext>
            </a:extLst>
          </p:cNvPr>
          <p:cNvSpPr>
            <a:spLocks noGrp="1"/>
          </p:cNvSpPr>
          <p:nvPr/>
        </p:nvSpPr>
        <p:spPr>
          <a:xfrm>
            <a:off x="5753100" y="32766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250DF"/>
                </a:solidFill>
              </a:defRPr>
            </a:pPr>
            <a:r>
              <a:rPr sz="1800" b="1">
                <a:solidFill>
                  <a:srgbClr val="8250DF"/>
                </a:solidFill>
              </a:rPr>
              <a:t>PR</a:t>
            </a:r>
          </a:p>
        </p:txBody>
      </p:sp>
    </p:spTree>
    <p:extLst>
      <p:ext uri="{BB962C8B-B14F-4D97-AF65-F5344CB8AC3E}">
        <p14:creationId xmlns:p14="http://schemas.microsoft.com/office/powerpoint/2010/main" val="120138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83BDEB-AC29-4AB4-9DB7-DFEBFBFC75FA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CF222E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230F43-725A-4AA4-B41C-B4EDB5E5B15A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4292F"/>
                </a:solidFill>
              </a:defRPr>
            </a:pPr>
            <a:r>
              <a:rPr sz="3150" b="1">
                <a:solidFill>
                  <a:srgbClr val="24292F"/>
                </a:solidFill>
              </a:rPr>
              <a:t>충돌 예방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07709A-CD84-483B-B5FE-CA314698C1B7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7606A"/>
                </a:solidFill>
              </a:defRPr>
            </a:pPr>
            <a:r>
              <a:rPr sz="1500" b="0">
                <a:solidFill>
                  <a:srgbClr val="57606A"/>
                </a:solidFill>
              </a:rPr>
              <a:t>같은 파일을 동시에 바꾸면 Git이 사람에게 판단을 넘긴다.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8AE374-E587-4588-AFD2-D8DF66331FA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7606A"/>
                </a:solidFill>
              </a:defRPr>
            </a:pPr>
            <a:r>
              <a:rPr sz="900" b="0">
                <a:solidFill>
                  <a:srgbClr val="57606A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47318E-CCED-47DA-8C9D-B2AE5ACC997D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7606A"/>
                </a:solidFill>
              </a:defRPr>
            </a:pPr>
            <a:r>
              <a:rPr sz="900" b="1">
                <a:solidFill>
                  <a:srgbClr val="57606A"/>
                </a:solidFill>
              </a:rPr>
              <a:t>11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5EBE4AC-F1FA-4291-B9B0-9F583547E080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762500" cy="2628900"/>
          </a:xfrm>
          <a:prstGeom prst="roundRect">
            <a:avLst>
              <a:gd name="adj" fmla="val 5797"/>
            </a:avLst>
          </a:prstGeom>
          <a:solidFill>
            <a:srgbClr val="DAFBE1"/>
          </a:solidFill>
          <a:ln w="11430">
            <a:solidFill>
              <a:srgbClr val="9BE9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970479-9483-4F81-A2EB-72491C1153B8}"/>
              </a:ext>
            </a:extLst>
          </p:cNvPr>
          <p:cNvSpPr>
            <a:spLocks noGrp="1"/>
          </p:cNvSpPr>
          <p:nvPr/>
        </p:nvSpPr>
        <p:spPr>
          <a:xfrm>
            <a:off x="1333500" y="26670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DA44E"/>
                </a:solidFill>
              </a:defRPr>
            </a:pPr>
            <a:r>
              <a:rPr sz="2250" b="1">
                <a:solidFill>
                  <a:srgbClr val="2DA44E"/>
                </a:solidFill>
              </a:rPr>
              <a:t>해야 할 것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51EF189-B9C6-4044-8A2D-54E95F99F95C}"/>
              </a:ext>
            </a:extLst>
          </p:cNvPr>
          <p:cNvSpPr>
            <a:spLocks noGrp="1"/>
          </p:cNvSpPr>
          <p:nvPr/>
        </p:nvSpPr>
        <p:spPr>
          <a:xfrm>
            <a:off x="1390650" y="3419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74439-61BB-4F71-A013-27A251DB900E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담당 범위 안에서 작업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61BBBEC-FFBA-49CE-A130-6D76678F174D}"/>
              </a:ext>
            </a:extLst>
          </p:cNvPr>
          <p:cNvSpPr>
            <a:spLocks noGrp="1"/>
          </p:cNvSpPr>
          <p:nvPr/>
        </p:nvSpPr>
        <p:spPr>
          <a:xfrm>
            <a:off x="1390650" y="393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EFBFC7-DF8A-42F6-A1F2-134D3893C045}"/>
              </a:ext>
            </a:extLst>
          </p:cNvPr>
          <p:cNvSpPr>
            <a:spLocks noGrp="1"/>
          </p:cNvSpPr>
          <p:nvPr/>
        </p:nvSpPr>
        <p:spPr>
          <a:xfrm>
            <a:off x="1619250" y="38481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공용 파일 수정 전 논의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61AAAFD-0CFB-42A9-80F1-0FD077BCC173}"/>
              </a:ext>
            </a:extLst>
          </p:cNvPr>
          <p:cNvSpPr>
            <a:spLocks noGrp="1"/>
          </p:cNvSpPr>
          <p:nvPr/>
        </p:nvSpPr>
        <p:spPr>
          <a:xfrm>
            <a:off x="1390650" y="4448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DA44E"/>
          </a:solidFill>
          <a:ln w="1143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41D97E-4062-4FFA-B9FD-12AF28F09F6E}"/>
              </a:ext>
            </a:extLst>
          </p:cNvPr>
          <p:cNvSpPr>
            <a:spLocks noGrp="1"/>
          </p:cNvSpPr>
          <p:nvPr/>
        </p:nvSpPr>
        <p:spPr>
          <a:xfrm>
            <a:off x="1619250" y="436245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한 파일은 한 명이 담당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DE1A786-10EA-43FA-A5B4-13D370ADC008}"/>
              </a:ext>
            </a:extLst>
          </p:cNvPr>
          <p:cNvSpPr>
            <a:spLocks noGrp="1"/>
          </p:cNvSpPr>
          <p:nvPr/>
        </p:nvSpPr>
        <p:spPr>
          <a:xfrm>
            <a:off x="6515100" y="2266950"/>
            <a:ext cx="4762500" cy="2628900"/>
          </a:xfrm>
          <a:prstGeom prst="roundRect">
            <a:avLst>
              <a:gd name="adj" fmla="val 5797"/>
            </a:avLst>
          </a:prstGeom>
          <a:solidFill>
            <a:srgbClr val="FFEBE9"/>
          </a:solidFill>
          <a:ln w="11430">
            <a:solidFill>
              <a:srgbClr val="FFB4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C41418-A48B-4149-AD67-A0544721D21F}"/>
              </a:ext>
            </a:extLst>
          </p:cNvPr>
          <p:cNvSpPr>
            <a:spLocks noGrp="1"/>
          </p:cNvSpPr>
          <p:nvPr/>
        </p:nvSpPr>
        <p:spPr>
          <a:xfrm>
            <a:off x="6934200" y="26670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CF222E"/>
                </a:solidFill>
              </a:defRPr>
            </a:pPr>
            <a:r>
              <a:rPr sz="2250" b="1">
                <a:solidFill>
                  <a:srgbClr val="CF222E"/>
                </a:solidFill>
              </a:rPr>
              <a:t>하지 말 것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6D1CFBD-5348-4DF8-A69B-5CE9644BD0D6}"/>
              </a:ext>
            </a:extLst>
          </p:cNvPr>
          <p:cNvSpPr>
            <a:spLocks noGrp="1"/>
          </p:cNvSpPr>
          <p:nvPr/>
        </p:nvSpPr>
        <p:spPr>
          <a:xfrm>
            <a:off x="6991350" y="3419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143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F9D2D0-17F1-4AA4-90BC-075008636D8C}"/>
              </a:ext>
            </a:extLst>
          </p:cNvPr>
          <p:cNvSpPr>
            <a:spLocks noGrp="1"/>
          </p:cNvSpPr>
          <p:nvPr/>
        </p:nvSpPr>
        <p:spPr>
          <a:xfrm>
            <a:off x="7219950" y="333375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develop에서 직접 작업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481E1CF9-49C5-42FB-A88C-E1A229C124B3}"/>
              </a:ext>
            </a:extLst>
          </p:cNvPr>
          <p:cNvSpPr>
            <a:spLocks noGrp="1"/>
          </p:cNvSpPr>
          <p:nvPr/>
        </p:nvSpPr>
        <p:spPr>
          <a:xfrm>
            <a:off x="6991350" y="393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143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297374-0E38-4E34-B46F-6A42D7982BD2}"/>
              </a:ext>
            </a:extLst>
          </p:cNvPr>
          <p:cNvSpPr>
            <a:spLocks noGrp="1"/>
          </p:cNvSpPr>
          <p:nvPr/>
        </p:nvSpPr>
        <p:spPr>
          <a:xfrm>
            <a:off x="7219950" y="384810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남의 범위 몰래 수정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ADD2C43-4B85-4E08-A214-66D243E88CDF}"/>
              </a:ext>
            </a:extLst>
          </p:cNvPr>
          <p:cNvSpPr>
            <a:spLocks noGrp="1"/>
          </p:cNvSpPr>
          <p:nvPr/>
        </p:nvSpPr>
        <p:spPr>
          <a:xfrm>
            <a:off x="6991350" y="4448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143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21A2D0-99D4-4589-AC88-1E859BEC68D8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3105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4292F"/>
                </a:solidFill>
              </a:defRPr>
            </a:pPr>
            <a:r>
              <a:rPr sz="1725" b="0">
                <a:solidFill>
                  <a:srgbClr val="24292F"/>
                </a:solidFill>
              </a:rPr>
              <a:t>내 branch를 직접 merge</a:t>
            </a:r>
          </a:p>
        </p:txBody>
      </p:sp>
    </p:spTree>
    <p:extLst>
      <p:ext uri="{BB962C8B-B14F-4D97-AF65-F5344CB8AC3E}">
        <p14:creationId xmlns:p14="http://schemas.microsoft.com/office/powerpoint/2010/main" val="98618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95454A1F-B117-4E16-A91A-AD888558D8B3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914400" cy="57150"/>
          </a:xfrm>
          <a:prstGeom prst="rect">
            <a:avLst/>
          </a:prstGeom>
          <a:solidFill>
            <a:srgbClr val="3FB95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6370D3-54FB-4D68-855E-3A8617DA4144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0F6FC"/>
                </a:solidFill>
              </a:defRPr>
            </a:pPr>
            <a:r>
              <a:rPr sz="3150" b="1">
                <a:solidFill>
                  <a:srgbClr val="F0F6FC"/>
                </a:solidFill>
              </a:rPr>
              <a:t>작업 전 30초 체크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0062CC-78AB-4365-BE6D-B49D2C0F8E96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이 다섯 줄만 매번 확인하면 협업 실수가 크게 줄어든다.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54C438-C280-4758-82A9-529A795F779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rPr sz="900" b="0">
                <a:solidFill>
                  <a:srgbClr val="8B949E"/>
                </a:solidFill>
              </a:rPr>
              <a:t>GitHub 협업 가이드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A15D01-581B-41D8-A94B-6E4AD094B80D}"/>
              </a:ext>
            </a:extLst>
          </p:cNvPr>
          <p:cNvSpPr>
            <a:spLocks noGrp="1"/>
          </p:cNvSpPr>
          <p:nvPr/>
        </p:nvSpPr>
        <p:spPr>
          <a:xfrm>
            <a:off x="10629900" y="6343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49E"/>
                </a:solidFill>
              </a:defRPr>
            </a:pPr>
            <a:r>
              <a:rPr sz="900" b="1">
                <a:solidFill>
                  <a:srgbClr val="8B949E"/>
                </a:solidFill>
              </a:rPr>
              <a:t>12 / 12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B2109AB-20C3-49DF-AB68-6CB31743AF50}"/>
              </a:ext>
            </a:extLst>
          </p:cNvPr>
          <p:cNvSpPr>
            <a:spLocks noGrp="1"/>
          </p:cNvSpPr>
          <p:nvPr/>
        </p:nvSpPr>
        <p:spPr>
          <a:xfrm>
            <a:off x="1524000" y="2076450"/>
            <a:ext cx="9144000" cy="49530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FC3C931-E946-47E7-9F6C-2078090367F4}"/>
              </a:ext>
            </a:extLst>
          </p:cNvPr>
          <p:cNvSpPr>
            <a:spLocks noGrp="1"/>
          </p:cNvSpPr>
          <p:nvPr/>
        </p:nvSpPr>
        <p:spPr>
          <a:xfrm>
            <a:off x="1809750" y="2209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0D5FFB-EE36-4AC9-B571-062B8078250E}"/>
              </a:ext>
            </a:extLst>
          </p:cNvPr>
          <p:cNvSpPr>
            <a:spLocks noGrp="1"/>
          </p:cNvSpPr>
          <p:nvPr/>
        </p:nvSpPr>
        <p:spPr>
          <a:xfrm>
            <a:off x="1809750" y="22479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3559A2-FA77-4D33-BB8C-DF4FA1D3F249}"/>
              </a:ext>
            </a:extLst>
          </p:cNvPr>
          <p:cNvSpPr>
            <a:spLocks noGrp="1"/>
          </p:cNvSpPr>
          <p:nvPr/>
        </p:nvSpPr>
        <p:spPr>
          <a:xfrm>
            <a:off x="2266950" y="22002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develop 최신화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ED2E0C-364C-472C-8434-94155F7CB308}"/>
              </a:ext>
            </a:extLst>
          </p:cNvPr>
          <p:cNvSpPr>
            <a:spLocks noGrp="1"/>
          </p:cNvSpPr>
          <p:nvPr/>
        </p:nvSpPr>
        <p:spPr>
          <a:xfrm>
            <a:off x="4933950" y="22002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작업 시작 전 pull 했나?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70A6548-2748-4902-AB65-890BAC072657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9144000" cy="49530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A3D2C0F-8739-4BE0-9EAC-7AE837B1CFB7}"/>
              </a:ext>
            </a:extLst>
          </p:cNvPr>
          <p:cNvSpPr>
            <a:spLocks noGrp="1"/>
          </p:cNvSpPr>
          <p:nvPr/>
        </p:nvSpPr>
        <p:spPr>
          <a:xfrm>
            <a:off x="1809750" y="29146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143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7BF624-294B-4A76-89FF-E05F20EB8132}"/>
              </a:ext>
            </a:extLst>
          </p:cNvPr>
          <p:cNvSpPr>
            <a:spLocks noGrp="1"/>
          </p:cNvSpPr>
          <p:nvPr/>
        </p:nvSpPr>
        <p:spPr>
          <a:xfrm>
            <a:off x="1809750" y="29527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40CEFC-C932-4C26-B52E-DA3B042DB206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내 branch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0C7446-5ADE-4F78-882F-EDB666029A33}"/>
              </a:ext>
            </a:extLst>
          </p:cNvPr>
          <p:cNvSpPr>
            <a:spLocks noGrp="1"/>
          </p:cNvSpPr>
          <p:nvPr/>
        </p:nvSpPr>
        <p:spPr>
          <a:xfrm>
            <a:off x="4933950" y="29051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develop에서 작업 중은 아닌가?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E070295-1785-4BDF-8EAB-21147C88ED0D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9144000" cy="49530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F509746-96F7-454E-953D-2CEE829F8638}"/>
              </a:ext>
            </a:extLst>
          </p:cNvPr>
          <p:cNvSpPr>
            <a:spLocks noGrp="1"/>
          </p:cNvSpPr>
          <p:nvPr/>
        </p:nvSpPr>
        <p:spPr>
          <a:xfrm>
            <a:off x="1809750" y="36195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143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45998-D4D7-43E3-87C4-60D0ED9C4FB2}"/>
              </a:ext>
            </a:extLst>
          </p:cNvPr>
          <p:cNvSpPr>
            <a:spLocks noGrp="1"/>
          </p:cNvSpPr>
          <p:nvPr/>
        </p:nvSpPr>
        <p:spPr>
          <a:xfrm>
            <a:off x="1809750" y="36576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0D1117"/>
                </a:solidFill>
              </a:defRPr>
            </a:pPr>
            <a:r>
              <a:rPr sz="825" b="1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0D08521-CE40-4DA2-84A2-CB627F106BB4}"/>
              </a:ext>
            </a:extLst>
          </p:cNvPr>
          <p:cNvSpPr>
            <a:spLocks noGrp="1"/>
          </p:cNvSpPr>
          <p:nvPr/>
        </p:nvSpPr>
        <p:spPr>
          <a:xfrm>
            <a:off x="2266950" y="36099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담당 범위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C9B140-DEAA-4080-B474-D0C277FDD433}"/>
              </a:ext>
            </a:extLst>
          </p:cNvPr>
          <p:cNvSpPr>
            <a:spLocks noGrp="1"/>
          </p:cNvSpPr>
          <p:nvPr/>
        </p:nvSpPr>
        <p:spPr>
          <a:xfrm>
            <a:off x="4933950" y="36099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수정할 파일이 내 범위인가?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056D37E-F7E8-4044-A988-27C0A0606AFC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9144000" cy="49530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ED12288-4499-45C2-AEDD-9C28B26AAD3C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1E5FF"/>
          </a:solidFill>
          <a:ln w="11430">
            <a:solidFill>
              <a:srgbClr val="F1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728DCE-3EDD-4C83-BA64-3CB9E55A2B81}"/>
              </a:ext>
            </a:extLst>
          </p:cNvPr>
          <p:cNvSpPr>
            <a:spLocks noGrp="1"/>
          </p:cNvSpPr>
          <p:nvPr/>
        </p:nvSpPr>
        <p:spPr>
          <a:xfrm>
            <a:off x="1809750" y="4362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D60685-482A-4DB6-9C52-DC4F9A43ECFE}"/>
              </a:ext>
            </a:extLst>
          </p:cNvPr>
          <p:cNvSpPr>
            <a:spLocks noGrp="1"/>
          </p:cNvSpPr>
          <p:nvPr/>
        </p:nvSpPr>
        <p:spPr>
          <a:xfrm>
            <a:off x="2266950" y="43148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commit / push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6A6B54-87B9-44CE-8B8C-DF096611C128}"/>
              </a:ext>
            </a:extLst>
          </p:cNvPr>
          <p:cNvSpPr>
            <a:spLocks noGrp="1"/>
          </p:cNvSpPr>
          <p:nvPr/>
        </p:nvSpPr>
        <p:spPr>
          <a:xfrm>
            <a:off x="4933950" y="43148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작업 기록을 내 branch에 올렸나?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3C09F8F-4FF9-4EF6-8118-6C01AE15B2B8}"/>
              </a:ext>
            </a:extLst>
          </p:cNvPr>
          <p:cNvSpPr>
            <a:spLocks noGrp="1"/>
          </p:cNvSpPr>
          <p:nvPr/>
        </p:nvSpPr>
        <p:spPr>
          <a:xfrm>
            <a:off x="1524000" y="4895850"/>
            <a:ext cx="9144000" cy="49530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1143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AA7FC8D8-ED15-4648-A15A-49DC33A73DDF}"/>
              </a:ext>
            </a:extLst>
          </p:cNvPr>
          <p:cNvSpPr>
            <a:spLocks noGrp="1"/>
          </p:cNvSpPr>
          <p:nvPr/>
        </p:nvSpPr>
        <p:spPr>
          <a:xfrm>
            <a:off x="1809750" y="5029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143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96179EE-ECE1-40F2-8845-5375CE63514B}"/>
              </a:ext>
            </a:extLst>
          </p:cNvPr>
          <p:cNvSpPr>
            <a:spLocks noGrp="1"/>
          </p:cNvSpPr>
          <p:nvPr/>
        </p:nvSpPr>
        <p:spPr>
          <a:xfrm>
            <a:off x="1809750" y="50673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2EEFFE-B496-4481-B4F8-D25CF737831B}"/>
              </a:ext>
            </a:extLst>
          </p:cNvPr>
          <p:cNvSpPr>
            <a:spLocks noGrp="1"/>
          </p:cNvSpPr>
          <p:nvPr/>
        </p:nvSpPr>
        <p:spPr>
          <a:xfrm>
            <a:off x="2266950" y="50196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0F6FC"/>
                </a:solidFill>
              </a:defRPr>
            </a:pPr>
            <a:r>
              <a:rPr sz="1575" b="1">
                <a:solidFill>
                  <a:srgbClr val="F0F6FC"/>
                </a:solidFill>
              </a:rPr>
              <a:t>PR 요청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582F8E-5C79-42F4-81AD-98834596444B}"/>
              </a:ext>
            </a:extLst>
          </p:cNvPr>
          <p:cNvSpPr>
            <a:spLocks noGrp="1"/>
          </p:cNvSpPr>
          <p:nvPr/>
        </p:nvSpPr>
        <p:spPr>
          <a:xfrm>
            <a:off x="4933950" y="50196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rPr sz="1500" b="0">
                <a:solidFill>
                  <a:srgbClr val="8B949E"/>
                </a:solidFill>
              </a:rPr>
              <a:t>직접 merge하지 않고 PR을 보냈나?</a:t>
            </a:r>
          </a:p>
        </p:txBody>
      </p:sp>
    </p:spTree>
    <p:extLst>
      <p:ext uri="{BB962C8B-B14F-4D97-AF65-F5344CB8AC3E}">
        <p14:creationId xmlns:p14="http://schemas.microsoft.com/office/powerpoint/2010/main" val="12472420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</Words>
  <Application>Microsoft Macintosh PowerPoint</Application>
  <DocSecurity>0</DocSecurity>
  <PresentationFormat>와이드스크린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이현겸</cp:lastModifiedBy>
  <cp:revision>4</cp:revision>
  <dcterms:created xsi:type="dcterms:W3CDTF">2026-06-24T08:01:16Z</dcterms:created>
  <dcterms:modified xsi:type="dcterms:W3CDTF">2026-06-24T08:13:28Z</dcterms:modified>
</cp:coreProperties>
</file>